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1.5.1 Computing Related Legislation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Identify and describe the four key Acts: the Data Protection Act 1998/2018 (with GDPR), the Computer Misuse Act 1990, the Copyright, Designs &amp; Patents Act 1988 and the Regulation of Investigatory Powers Act 2000.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Select the correct law (and Computer Misuse Act offence) that applies to a given computing scenario, naming the responsible party.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why more than one law can apply to a single scenario, distinguishing between the wrongdoing of each party involved.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Act governs unauthorised access to computer systems, including hacking and malware?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Under the Data Protection Act, what is the term for the individual whose personal data is being processed?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When does copyright protection begin for an original piece of software?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1.4: what does lossless compression preserve that lossy compression does not?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1.3: name two roles in a client-server network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Act governs unauthorised access to computer systems, including hacking and malware?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Computer Misuse Act 1990.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Under the Data Protection Act, what is the term for the individual whose personal data is being processed?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data subject (the controller decides how/why data is used; the processor acts on the controller's behalf).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When does copyright protection begin for an original piece of software?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Automatically, as soon as the work is created — no registration is required.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1.4: what does lossless compression preserve that lossy compression does not?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Lossless preserves all the original data exactly, so the file can be perfectly reconstructed; lossy permanently discards data.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1.3: name two roles in a client-server network model.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client (requests services/resources) and the server (provides/manages them).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Personal data</a:t>
            </a:r>
            <a:r>
              <a:rPr sz="1800">
                <a:solidFill>
                  <a:srgbClr val="222222"/>
                </a:solidFill>
                <a:latin typeface="Calibri"/>
              </a:rPr>
              <a:t> — Data that can identify a living individual, protected by the Data Protection Act / GDPR.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Data controller</a:t>
            </a:r>
            <a:r>
              <a:rPr sz="1800">
                <a:solidFill>
                  <a:srgbClr val="222222"/>
                </a:solidFill>
                <a:latin typeface="Calibri"/>
              </a:rPr>
              <a:t> — The organisation that decides why and how personal data is processed, and is legally responsible for it.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Data processor</a:t>
            </a:r>
            <a:r>
              <a:rPr sz="1800">
                <a:solidFill>
                  <a:srgbClr val="222222"/>
                </a:solidFill>
                <a:latin typeface="Calibri"/>
              </a:rPr>
              <a:t> — A party that processes personal data on behalf of, and under instruction from, the data controller.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Unauthorised access</a:t>
            </a:r>
            <a:r>
              <a:rPr sz="1800">
                <a:solidFill>
                  <a:srgbClr val="222222"/>
                </a:solidFill>
                <a:latin typeface="Calibri"/>
              </a:rPr>
              <a:t> — Accessing a computer system without permission — the core wrong addressed by the Computer Misuse Act 1990.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Intellectual property</a:t>
            </a:r>
            <a:r>
              <a:rPr sz="1800">
                <a:solidFill>
                  <a:srgbClr val="222222"/>
                </a:solidFill>
                <a:latin typeface="Calibri"/>
              </a:rPr>
              <a:t> — Original works (software, music, designs, text) that the law protects as the property of their creator.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Licence</a:t>
            </a:r>
            <a:r>
              <a:rPr sz="1800">
                <a:solidFill>
                  <a:srgbClr val="222222"/>
                </a:solidFill>
                <a:latin typeface="Calibri"/>
              </a:rPr>
              <a:t> — Permission granted by a rights-holder to legally use, copy or distribute a copyrighted work.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Patent</a:t>
            </a:r>
            <a:r>
              <a:rPr sz="1800">
                <a:solidFill>
                  <a:srgbClr val="222222"/>
                </a:solidFill>
                <a:latin typeface="Calibri"/>
              </a:rPr>
              <a:t> — Legal protection for a new invention or idea that must be applied for and granted (unlike automatic copyright).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ICO</a:t>
            </a:r>
            <a:r>
              <a:rPr sz="1800">
                <a:solidFill>
                  <a:srgbClr val="222222"/>
                </a:solidFill>
                <a:latin typeface="Calibri"/>
              </a:rPr>
              <a:t> — Information Commissioner's Office — the UK regulator that enforces the Data Protection Act and can issue large fines.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Data Protection Act 1998/2018 (+ GDPR)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Controls how organisations collect, store and process personal data (data identifying a living individual).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Sets principles: lawful/fair/transparent processing, purpose limitation, data minimisation, accuracy, storage limitation, security (integrity &amp; confidentiality) and accountability.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Defines roles of controller, processor and subject; enforced by the ICO with fines up to €20m or 4% of turnover.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Example breach: selling customer data with no lawful basis, or storing records unencrypted.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Computer Misuse Act 1990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Addresses unauthorised access to computer systems — it is about authorisation, not damage.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Offence 1: unauthorised access to computer material (e.g. using a colleague's login).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Offence 2: unauthorised access with intent to commit a further offence (e.g. hacking a bank to steal money).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Offence 3: unauthorised modification of computer material (e.g. releasing ransomware, deleting or altering data).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Copyright, Designs &amp; Patents Act 1988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Protects intellectual property — original works such as software, music, text and designs.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Protection is automatic on creation; no registration is needed, and it protects the expression, not the idea.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rights-holder controls copying, distribution and adaptation; others need a licence to use the work.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Example breach: pirating software or music, or using web images commercially without permission.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Regulation of Investigatory Powers Act 2000 (RIPA)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Governs how public bodies (police, security services) monitor and intercept communications.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Allows lawful interception for national security or serious crime, and requires ISPs to provide access.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Can require a person to hand over encryption keys, and defines who may authorise such activity to prevent abuse.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Example breach: a public authority intercepting communications without proper authorisation or for an improper purpose.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Picking the right law (and when two apply)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An outsider hacks in = Computer Misuse Act; an organisation mishandles data it holds = Data Protection Act.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Copying creative works = Copyright, Designs &amp; Patents Act; state interception of comms = RIPA.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Two laws can apply at once — e.g. a hacker steals data (CMA) from a firm that stored it unencrypted (DPA).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Patents differ from copyright: they cover inventions and must be applied for and granted.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Applying the right law: a stolen, unencrypted customer database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Read the scenario: a hacker with no authorisation breaks into an online retailer and copies customer card details stored unencrypted, then offers them for sale.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Identify the hacker's wrong: unauthorised access is Computer Misuse Act Offence 1, and because they intend to sell/profit it becomes Offence 2 (access with intent to commit a further offence).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Identify the retailer's wrong: as data controller they breached the security (integrity &amp; confidentiality) principle of the DPA 2018/GDPR by storing personal data unencrypted, so they share legal responsibility despite being a victim.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Exclude irrelevant laws: the CDPA 1988 does not apply because no creative work was copied — gaining credit for correctly excluding it.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Conclude: two laws apply because there are two distinct wrongs (the hacker's access under CMA and the retailer's negligent handling under DPA), each with a different responsible party.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For each of five short scenarios (an employee using a manager's login; a firm keeping records ten years too long; a student torrenting paid software; police intercepting a suspect's calls with authorisation; a hacker installing ransomware), name the correct law and, where relevant, the exact Computer Misuse Act offence number, and state who is responsible.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 a scenario in which exactly TWO of the four laws apply, then annotate it by naming each law, the responsible party, and the specific offence or principle breached — and explain why a third candidate law does NOT apply.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three offences defined by the Computer Misuse Act 1990.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difference between copyright and a patent.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can both the CMA and the DPA apply when a hacker steals personal data from a company?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three offences defined by the Computer Misuse Act 1990.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1) Unauthorised access to computer material; 2) unauthorised access with intent to commit a further offence; 3) unauthorised modification of computer material.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difference between copyright and a patent.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Copyright is automatic on creation and protects the expression of a work; a patent protects an invention/idea and must be applied for and granted.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can both the CMA and the DPA apply when a hacker steals personal data from a company?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Two distinct wrongs occur: the hacker's unauthorised access (CMA) and the company's failure to secure the personal data it controlled (DPA).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