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2.3.1 Algorithms (part 4 — Dijkstra and A*)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Year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describe the shortest-path problem and explain how Dijkstra's algorithm solves it using tentative distances and a priority queue.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trace Dijkstra's algorithm on a weighted graph, maintaining a distance and predecessor table and settling nodes in the correct order.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explain A* search, including f(n) = g(n) + h(n) and what makes a heuristic admissible.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compare Dijkstra and A* and justify when each is the more suitable choice.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From part 3: state the rule for a depth-first (post-order) traversal and where the root appears.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From part 3: which data structure drives a breadth-first traversal, and why that one?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From 1.4.2: what extra information does a weighted graph carry compared with an unweighted one?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From 1.4.2: give one advantage of an adjacency list over an adjacency matrix.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From 1.4.2: give one advantage of an adjacency matrix over an adjacency list.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From part 3: state the rule for a depth-first (post-order) traversal and where the root appears.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Left subtree, right subtree, then the node; the root of the whole tree appears last.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From part 3: which data structure drives a breadth-first traversal, and why that one?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queue; children join the rear, so FIFO removal visits a whole level before the next.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From 1.4.2: what extra information does a weighted graph carry compared with an unweighted one?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Each edge has a cost (weight), such as distance, time or price.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From 1.4.2: give one advantage of an adjacency list over an adjacency matrix.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For a sparse graph it stores only the edges that exist, saving memory (a matrix stores all n squared entries).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From 1.4.2: give one advantage of an adjacency matrix over an adjacency list.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Checking whether an edge exists between two given nodes is O(1) — a direct lookup.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Shortest-path problem</a:t>
            </a:r>
            <a:r>
              <a:rPr sz="1800">
                <a:solidFill>
                  <a:srgbClr val="222222"/>
                </a:solidFill>
                <a:latin typeface="Calibri"/>
              </a:rPr>
              <a:t> — Finding the route between two graph nodes with the lowest total edge weight.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Dijkstra's algorithm</a:t>
            </a:r>
            <a:r>
              <a:rPr sz="1800">
                <a:solidFill>
                  <a:srgbClr val="222222"/>
                </a:solidFill>
                <a:latin typeface="Calibri"/>
              </a:rPr>
              <a:t> — Finds shortest paths from a start node by repeatedly settling the unvisited node with the smallest tentative distance.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Tentative distance</a:t>
            </a:r>
            <a:r>
              <a:rPr sz="1800">
                <a:solidFill>
                  <a:srgbClr val="222222"/>
                </a:solidFill>
                <a:latin typeface="Calibri"/>
              </a:rPr>
              <a:t> — The best total cost found so far from the start to a node; may improve until the node is settled.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Settled (visited) node</a:t>
            </a:r>
            <a:r>
              <a:rPr sz="1800">
                <a:solidFill>
                  <a:srgbClr val="222222"/>
                </a:solidFill>
                <a:latin typeface="Calibri"/>
              </a:rPr>
              <a:t> — A node whose distance is final; Dijkstra's invariant says it is never updated again.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Relaxation</a:t>
            </a:r>
            <a:r>
              <a:rPr sz="1800">
                <a:solidFill>
                  <a:srgbClr val="222222"/>
                </a:solidFill>
                <a:latin typeface="Calibri"/>
              </a:rPr>
              <a:t> — Checking whether going through the just-settled node gives a neighbour a shorter distance, and updating if so.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Priority queue</a:t>
            </a:r>
            <a:r>
              <a:rPr sz="1800">
                <a:solidFill>
                  <a:srgbClr val="222222"/>
                </a:solidFill>
                <a:latin typeface="Calibri"/>
              </a:rPr>
              <a:t> — A queue that always serves the item with the best priority — here, the unsettled node with the smallest distance.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Heuristic h(n)</a:t>
            </a:r>
            <a:r>
              <a:rPr sz="1800">
                <a:solidFill>
                  <a:srgbClr val="222222"/>
                </a:solidFill>
                <a:latin typeface="Calibri"/>
              </a:rPr>
              <a:t> — An estimate of the remaining cost from node n to the goal, such as straight-line distance.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Admissible heuristic</a:t>
            </a:r>
            <a:r>
              <a:rPr sz="1800">
                <a:solidFill>
                  <a:srgbClr val="222222"/>
                </a:solidFill>
                <a:latin typeface="Calibri"/>
              </a:rPr>
              <a:t> — A heuristic that never overestimates the true remaining cost; it guarantees A* returns an optimal path.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f(n) = g(n) + h(n)</a:t>
            </a:r>
            <a:r>
              <a:rPr sz="1800">
                <a:solidFill>
                  <a:srgbClr val="222222"/>
                </a:solidFill>
                <a:latin typeface="Calibri"/>
              </a:rPr>
              <a:t> — A*'s node score: actual cost from the start so far (g) plus estimated cost to the goal (h).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Framing the shortest-path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Given a weighted graph, find the route of lowest total weight between two nodes.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Weights model distance, time, cost or latency: sat-navs, network routing, game AI.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Breadth-first search only minimises the NUMBER of edges — it ignores weights entirely.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two-edge route of weight 5 beats a one-edge route of weight 9; we need an algorithm that sees that.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Both H446 algorithms, Dijkstra and A*, solve this; they differ in what they know about the goal.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Dijkstra: the big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Give every node a tentative distance: 0 for the start, infinity for everyone else.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Repeatedly settle the unsettled node with the SMALLEST tentative distance.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Relax the settled node's neighbours: if settled distance plus edge weight beats their current value, update it and record the predecessor.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priority queue serves up the smallest-distance node efficiently — that is its whole job here.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Stop when the target is settled (or continue until all nodes are, giving shortest paths everywhere).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The invariant that makes it correct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Once a node is settled, its distance is final and must NEVER be increased or changed.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Why safe: any other route to it would pass through a node with a larger tentative distance, so it cannot be shorter.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That argument only works if edge weights are non-negative — Dijkstra's precondition.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negative edge could create a cheaper route to an already-settled node, breaking the guarantee.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In a trace, updating a settled node is the error examiners plant most often.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Two rules to recite: settle the smallest unsettled; never touch a settled distance.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The algorithm as a 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Keep three columns per node: tentative distance, predecessor, settled or not.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Each round: pick the minimum, mark it settled, relax each unsettled neighbour.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Update a neighbour only on strict improvement, and record the new predecessor when you do.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predecessor chain read backwards from the target gives the shortest path itself.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Show the full table after every settling step — that is where trace marks live.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dist[start] = 0, all other dist[] = infinity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while unsettled nodes remain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u = unsettled node with smallest dist[u]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mark u settled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for each unsettled neighbour v of u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if dist[u] + weight(u, v) &lt; dist[v] then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    dist[v] = dist[u] + weight(u, v)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    pred[v] = u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endif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next v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endwhile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Our worked graph (start A, goal 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Five nodes A to E; six undirected weighted edges.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Edges: A-B 2, A-C 6, B-D 9, C-D 3, D-E 4, C-E 12.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Candidate routes to E: A-C-D-E costs 13, A-B-D-E costs 15, A-C-E costs 18.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 is a tempting cheap first hop (cost 2) that leads nowhere useful — watch what each algorithm does with it.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  A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2/ \6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B   C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|  / \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9| /3  \12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|/     \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D--4----E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edges: A-B 2, A-C 6, B-D 9, C-D 3, D-E 4, C-E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Reading off the path with predecessors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distance table gives the cost; the predecessor column gives the route.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Start at the target and follow predecessors backwards: E from D, D from C, C from A.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Reverse it to state the path forwards: A, C, D, E with total cost 13.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Always verify: the edge weights along the stated path must sum to the final distance (6 + 3 + 4 = 13).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stated path that does not match the table is a lost mark even if the cost is right.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Dijkstra's character and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Uninformed: it knows costs so far (g values) but nothing about where the goal is.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So it expands outward in every direction, settling ALL cheap nodes — even dead ends like B.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By completion it has shortest paths from A to every settled node, not just the target — sometimes exactly what you want.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Simple array implementation O(n squared); with a priority queue O((V + E) log V).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wasted exploration on single-goal searches is precisely the problem A* fixes.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A*: adding a sense of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A* scores each frontier node with f(n) = g(n) + h(n) and always expands the smallest f.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g(n) is the real cost from the start — exactly Dijkstra's quantity.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h(n) estimates the remaining cost to the goal, e.g. straight-line distance on a map.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node that is cheap to reach but far from the goal gets a large f and sinks down the queue.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Result: the search is pulled toward the goal and usually expands fewer nodes than Dijkstra.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Admissibility: when can you trust A*?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heuristic is admissible if it NEVER overestimates the true remaining cost to the goal.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Straight-line distance is admissible on maps: no road is shorter than the straight line.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With an admissible h, A* is guaranteed to return the optimal path.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An overestimate can make the true best route look expensive, so A* may commit elsewhere and return a worse path.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h(n) = 0 everywhere is admissible but useless: f = g and A* becomes exactly Dijkstra.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Closer to the true cost without exceeding it = fewer nodes expanded. Equal to it is allowed.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Choosing between Dijkstra and A*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One known goal and a decent heuristic available: A* — same answer, less work.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Shortest paths to MANY or all destinations: Dijkstra — one run serves every target.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No meaningful heuristic exists (abstract graphs, no geometry): Dijkstra, since h cannot be built.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Both require non-negative edge weights; both are optimal (A* only if h is admissible).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 phrasing: A* directs its search using an estimate of remaining cost; Dijkstra searches blindly outward.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Dijkstra from A on our graph (A-B 2, A-C 6, B-D 9, C-D 3, D-E 4, C-E 12)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Initialise: dist A=0, B=infinity, C=infinity, D=infinity, E=infinity; nothing settled.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Round 1 — smallest unsettled is A(0): settle A. Relax: B = 0+2 = 2 (pred A); C = 0+6 = 6 (pred A). Table: A=0*, B=2/A, C=6/A, D=inf, E=inf.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Round 2 — candidates B=2, C=6, D=inf, E=inf; min is B(2): settle B. Relax D: 2+9 = 11 (pred B). Table: A=0*, B=2*/A, C=6/A, D=11/B, E=inf.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Round 3 — candidates C=6, D=11, E=inf; min is C(6): settle C. Relax D: 6+3 = 9 beats 11 — improve D=9, pred changes B to C. Relax E: 6+12 = 18 (pred C). Table: A=0*, B=2*/A, C=6*/A, D=9/C, E=18/C.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Round 4 — candidates D=9, E=18; min is D(9): settle D. Relax E: 9+4 = 13 beats 18 — improve E=13, pred changes C to D. Table: A=0*, B=2*/A, C=6*/A, D=9*/C, E=13/D.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Round 5 — only E=13 remains: settle E. Goal settled — stop. Final: A=0, B=2/A, C=6/A, D=9/C, E=13/D.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Path by predecessors from E: E from D, D from C, C from A — so A to C to D to E, cost 6+3+4 = 13. Note Dijkstra settled all 5 nodes, including dead-end B, before finishing.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A* from A to E on the SAME graph, heuristic h: A=11, B=12, C=6, D=3, E=0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The heuristic is a straight-line-distance style estimate of remaining cost to E. Open list starts with A: g=0, f = 0+11 = 11.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Expand A (f=11). Neighbours: B gets g=2, f = 2+12 = 14; C gets g=6, f = 6+6 = 12. Open: C(12), B(14).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Expand C (f=12) — smallest f, even though B was cheaper to reach: the heuristic warns that B points away from the goal. Neighbours: D gets g = 6+3 = 9, f = 9+3 = 12; E gets g = 6+12 = 18, f = 18+0 = 18. Open: D(12), B(14), E(18).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Expand D (f=12). Relax E through D: g = 9+4 = 13 beats 18, so E updates to g=13, f = 13+0 = 13 (pred D). B through D would be g = 9+9 = 18 — no improvement. Open: E(13), B(14).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Expand E (f=13) — it is the goal, so stop. Path via predecessors: A to C to D to E, cost 13 — identical to Dijkstra's answer.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The win: A* expanded 4 nodes (A, C, D, E); Dijkstra settled 5. B, with f=14, was never expanded — the heuristic paid for itself.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Every f verified: f(A) = 0+11 = 11; f(B) = 2+12 = 14; f(C) = 6+6 = 12; f(D) = 9+3 = 12; f(E) = 18 then improved to 13.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Verifying the heuristic is admissible (and what would break it)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Compute the TRUE remaining costs to E by inspection: from D it is 4 (edge D-E); from C, 3+4 = 7 via D (beats the direct 12); from B, 9+4 = 13 via D; from A, 6+3+4 = 13 via C and D; from E, 0.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Check h against each: h(A)=11 &lt;= 13; h(B)=12 &lt;= 13; h(C)=6 &lt;= 7; h(D)=3 &lt;= 4; h(E)=0 &lt;= 0. No overestimates — admissible, so A*'s answer is guaranteed optimal.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Now sabotage it: suppose h(C) = 9 (true remaining is 7). Then f(C) = 6+9 = 15, so A* would expand B (f=14) before C — the overestimate on the optimal route pushes the search the wrong way, and the optimality guarantee is lost.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Opposite extreme: set h = 0 everywhere. Still admissible, but f = g, and the expansion order becomes A(0), B(2), C(6), D(9), E(13) — exactly Dijkstra's settle order, all 5 nodes.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Conclusion for exams: admissible = never overestimates = optimal answer; and the closer h sits below the true cost, the fewer nodes A* expands.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Rope graph Dijkstra  (20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Six floor stations A to F joined by rope edges with pegged costs: A-B 4, A-C 2, B-C 1, B-D 5, C-D 8, C-E 10, D-E 2, D-F 6, E-F 3. A is the depot, F the delivery; each station's student shows their tentative distance (start infinity, A shows 0) and a via node; red sashes mark settled.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Loop, chanted by the class: settle the smallest unsettled! The settled station tugs each rope; neighbours update their board only on improvement, recording via whom.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Expected settle order: A=0, C=2, B=3, D=8, E=10, F=13. Exploit the key moment: when C settles, B improves from 4 to 3 — the detour beats the direct rope.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When someone tries to update a settled node, the sash forbids it — that is the invariant made physical.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Walk the ribbon back along the via boards: A to C to B to D to E to F, total 2+1+5+2+3 = 13. Have sceptics check rival routes: A-B-D-F = 15, A-C-D-F = 16, A-B-D-E-F = 14 — all beaten.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Change rope B-D to cost 1 and predict the new answer before re-running (A-C-B-D-E-F = 2+1+1+2+3 = 9). Then note Dijkstra found shortest paths to every settled station, not just F — at the cost of exploring everywhere.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Sat-nav duel: Dijkstra versus A*  (20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Same rope graph plus a new station Z with edges A-Z 1 and Z-E 25 — a tempting cheap side street to nowhere. Issue heuristic cards (straight-line estimates to F): h(A)=9, h(B)=8, h(C)=9, h(D)=4, h(E)=3, h(F)=0, h(Z)=20.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Team Dijkstra expands smallest g; Team A* expands smallest f = g + h. Both hunt A to F; each keeps a public tally of nodes expanded. Fewest expansions with the correct answer wins.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Team Dijkstra expands A(0), Z(1), C(2), B(3), D(8), E(10), F(13) — 7 nodes, wasting a visit on cheap dead-end Z.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Team A* expands A(f=9), C(f=11), B(f=11), D(f=12), E(f=13), F(f=13) — 6 nodes; Z sits at f = 1+20 = 21 and is never expanded.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Debrief: identical optimal path (A-C-B-D-E-F, cost 13) because h never overestimates; A* won because the heuristic steered it away from Z. If h were 0 everywhere, A* would replay Dijkstra exactly.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Sabotage round: set h(D) = 12 (true remaining is 5) and discuss what could now go wrong — an inadmissible heuristic can make A* commit elsewhere and lose its optimality guarantee.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Mark this trace: the fictional student's Dijkstra  (15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Hand out a fictional student's completed trace for the rope graph (A to F) in which step 2 settles B at tentative 4 while C sits at tentative 2, and every later number follows correctly from that mistake, ending with path A-B-D-E-F cost 14.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Pairs mark like examiners: find the FIRST step that breaks a rule of Dijkstra, name the rule, and explain how the error snowballs.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Expected verdict: step 2 broke settle-the-smallest (C at 2 should settle before B at 4); so the improvement of B to 3 via C is never applied, D finalises at 9 not 8, E at 11 not 10, F at 14 not 13.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Pairs then produce the corrected table — settle A(0), C(2), B(3), D(8), E(10), F(13) — and the correct path A-C-B-D-E-F, cost 13.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Debrief the meta-lesson: the student's arithmetic after the error is flawless; one broken rule early corrupts everything, so the settle rule must be mechanical.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Write the one-sentence examiner's comment that would have saved this student, then build a different single-error trace (a missed relaxation, or updating a settled node) and swap with another pair to mark.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In the A* algorithm, state what g(n), h(n) and f(n) each represent. [3]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Explain why Dijkstra's algorithm requires all edge weights to be non-negative.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Describe the role of a priority queue in an efficient implementation of Dijkstra's algorithm.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Define an admissible heuristic and state its significance for A*. [2]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In the A* algorithm, state what g(n), h(n) and f(n) each represent.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g(n) is the actual cost of the path from the start node to n so far (1); h(n) is a heuristic estimate of the remaining cost from n to the goal (1); f(n) = g(n) + h(n) is the estimated total cost of a route through n, used to choose which node to expand next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Explain why Dijkstra's algorithm requires all edge weights to be non-negative.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Once a node is settled its distance is treated as final and never updated (1); a negative edge processed later could create a shorter route to an already-settled node, so the final answer could be wrong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Describe the role of a priority queue in an efficient implementation of Dijkstra's algorithm.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holds the unsettled nodes ordered by tentative distance (1) so the node with the smallest distance can be removed for settling without scanning every node each round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Define an admissible heuristic and state its significance for A*.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heuristic that never overestimates the true remaining cost to the goal (1); it guarantees that A* finds an optimal (lowest-cost) path (1).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A graph has edges P-Q 3, P-R 7, Q-R 2, Q-S 8, R-S 4. Use Dijkstra's algorithm to find the shortest path from P to S, showing the order nodes are settled. [4]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Explain why A* usually expands fewer nodes than Dijkstra's algorithm when searching for a single goal. [3]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Give one situation where Dijkstra's algorithm is a more appropriate choice than A*. [1]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Describe the behaviour of A* if h(n) = 0 for every node. [2]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A graph has edges P-Q 3, P-R 7, Q-R 2, Q-S 8, R-S 4. Use Dijkstra's algorithm to find the shortest path from P to S, showing the order nodes are settled. [4]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Settle P(0): Q=3, R=7 (1). Settle Q(3): R improves to 3+2 = 5, S = 3+8 = 11 (1). Settle R(5): S improves to 5+4 = 9 (1). Settle S(9): shortest path P-Q-R-S with cost 9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Explain why A* usually expands fewer nodes than Dijkstra's algorithm when searching for a single goal.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Dijkstra is uninformed and expands outward purely by cost so far, settling cheap nodes in every direction (1); A* adds a heuristic estimate of remaining cost, so nodes pointing away from the goal receive large f values (1) and sink down the queue, meaning the search is directed toward the goal and off-route nodes may never be expanded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Give one situation where Dijkstra's algorithm is a more appropriate choice than A*. [1]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When shortest paths to many or all destinations are needed from one run, or when no meaningful heuristic can be constructed for the problem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Describe the behaviour of A* if h(n) = 0 for every node.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f(n) = g(n), so nodes are expanded purely by cost so far (1); A* behaves exactly like Dijkstra's algorithm — still optimal, but with no goal-directed guidance (1).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Common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settle nodes in the order they were discovered; Dijkstra must always settle the unsettled node with the smallest tentative distance, wherever it is.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update an already-settled node when a new route appears; settled distances are final — that is the invariant the algorithm depends on.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A* is always faster than Dijkstra; with a weak heuristic it expands just as much, and with h = 0 it IS Dijkstra.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a heuristic must be accurate; it only has to never overestimate — h values below the truth are legal, just less helpful.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forget the predecessor column, producing a correct cost but no path; the path is read backwards through the predecessors.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How the exam asks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Command words: complete the trace table for Dijkstra or A* (4-6 marks), state the shortest path and cost (2 marks), explain the difference between the algorithms (3-4 marks), discuss suitability for a scenario (6-9 marks).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Trace questions award the table state after each settling step — show every tentative distance, improvement and predecessor change.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planted errors to avoid: settling the wrong node, updating a settled node, and quoting a path that contradicts your predecessor column.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 stem: 'A sat-nav must find the fastest route between one junction and one destination. Explain why A* is likely to be more efficient than Dijkstra for this task, stating the purpose of the heuristic.' [4]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Run Dijkstra on this graph, showing the full distance and predecessor table after settling each node: J-K 5, J-L 2, K-L 2, K-M 6, L-M 7, M-N 2, K-N 10; start J, goal N. (Answer: settle J(0) giving K=5, L=2; settle L(2) improving K to 4 via L and setting M=9 via L; settle K(4) setting N=14 via K; settle M(9) improving N to 11 via M; settle N(11). Shortest path J-L-M-N, cost 2+7+2 = 11.)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For the task graph, invent your own admissible heuristic h for goal N: first work out the true remaining cost from every node (J=11, L=9, K=8, M=2, N=0), then choose integer h values at or below them so that A* expands fewer nodes than Dijkstra did (aim for K to be left unexpanded — its f must end above 11, so h(K) must be greater than 7 yet at most 8). Trace your A* run, verify every f value, and state why your heuristic guarantees the optimal path.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State the two rules a Dijkstra trace must never break.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Write A*'s node-scoring formula and name each part.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Why must a heuristic be admissible, and what happens if h(n) = 0 everywhere?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State the two rules a Dijkstra trace must never break.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Always settle the unsettled node with the smallest tentative distance, and never change the distance of a settled node.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Write A*'s node-scoring formula and name each part.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f(n) = g(n) + h(n): actual cost from the start so far plus a heuristic estimate of the remaining cost to the goal.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Why must a heuristic be admissible, and what happens if h(n) = 0 everywhere?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If it never overestimates, A* is guaranteed an optimal path; with h = 0 it behaves exactly like Dijkstra.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