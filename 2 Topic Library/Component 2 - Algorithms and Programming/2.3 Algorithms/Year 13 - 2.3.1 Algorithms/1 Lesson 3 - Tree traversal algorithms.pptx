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2.3.1 Algorithms (part 3 — tree traversals)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Year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perform a depth-first (post-order) traversal of a binary tree, showing the order state by state.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perform a breadth-first traversal using a queue, tracing the queue contents at every step.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write recursive post-order code in OCR Exam Reference Language and explain the role of the call stack.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appropriate uses for depth-first (post-order) and breadth-first traversals.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2: which sorting algorithm guarantees O(n log n) in every case, and at what cost?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2: state quick sort's worst-case complexity and one input that causes 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describe the path taken when 45 is inserted into a BST with root 50, left child 30 and right child 70.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1.4.2: what do LIFO and FIFO mean, and which structure is which?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1.4.2: why are push, pop, enqueue and dequeue all O(1)?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2: which sorting algorithm guarantees O(n log n) in every case, and at what cost?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Merge sort; it needs O(n) extra memory for the merge lists.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2: state quick sort's worst-case complexity and one input that causes 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 squared); already-sorted data with the first element chosen as pivot.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describe the path taken when 45 is inserted into a BST with root 50, left child 30 and right child 70.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45 is less than 50 so go left to 30; 45 is greater than 30 so it becomes 30's right child.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1.4.2: what do LIFO and FIFO mean, and which structure is which?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Last in first out is a stack; first in first out is a queue.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1.4.2: why are push, pop, enqueue and dequeue all O(1)?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They act only on the top of the stack or the ends of the queue — nothing is traversed or shifted.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Binary tree</a:t>
            </a:r>
            <a:r>
              <a:rPr sz="1800">
                <a:solidFill>
                  <a:srgbClr val="222222"/>
                </a:solidFill>
                <a:latin typeface="Calibri"/>
              </a:rPr>
              <a:t> — A tree where each node has at most two children, called the left and right child.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 search tree (BST)</a:t>
            </a:r>
            <a:r>
              <a:rPr sz="1800">
                <a:solidFill>
                  <a:srgbClr val="222222"/>
                </a:solidFill>
                <a:latin typeface="Calibri"/>
              </a:rPr>
              <a:t> — A binary tree where every node's left subtree holds smaller values and its right subtree holds larger values.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Visiting every node of a tree exactly once in a defined order.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Depth-first (post-order) 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Go as deep as possible first: visit the left subtree, then the right subtree, then the node itself.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Breadth-first 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Visit nodes level by level, left to right, using a queue to hold discovered nodes.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Call stack</a:t>
            </a:r>
            <a:r>
              <a:rPr sz="1800">
                <a:solidFill>
                  <a:srgbClr val="222222"/>
                </a:solidFill>
                <a:latin typeface="Calibri"/>
              </a:rPr>
              <a:t> — The stack of active subroutine calls; recursion uses it to remember where to return after each call.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Leaf</a:t>
            </a:r>
            <a:r>
              <a:rPr sz="1800">
                <a:solidFill>
                  <a:srgbClr val="222222"/>
                </a:solidFill>
                <a:latin typeface="Calibri"/>
              </a:rPr>
              <a:t> — A node with no children; in traversal code it triggers the base case for both child calls.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In-order traversal</a:t>
            </a:r>
            <a:r>
              <a:rPr sz="1800">
                <a:solidFill>
                  <a:srgbClr val="222222"/>
                </a:solidFill>
                <a:latin typeface="Calibri"/>
              </a:rPr>
              <a:t> — Left subtree, node, right subtree; on a BST this outputs the values in ascending order.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Tree height</a:t>
            </a:r>
            <a:r>
              <a:rPr sz="1800">
                <a:solidFill>
                  <a:srgbClr val="222222"/>
                </a:solidFill>
                <a:latin typeface="Calibri"/>
              </a:rPr>
              <a:t> — The number of levels from root to deepest leaf; recursive traversal's maximum stack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Trees and BSTs: the ten-second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tree is a connected graph with no cycles; the root is at the top, leaves at the bottom.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tree: at most two children per node; each child is the root of its own subtree.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BST rule: smaller values in the left subtree, larger in the right, applied at every node.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BST rule is what makes searching O(log n) when the tree is balanced.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Traversal is different from searching: a traversal must visit every node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Two traversal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Depth-first: follow one branch as deep as possible before backtracking — implemented with a stack, usually the call stack via recursion.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Breadth-first: visit everything on one level before the next — implemented with a queue.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OCR H446 names two traversals: depth-first (post-order) and breadth-first.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Both visit all n nodes exactly once, so both are O(n) time.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pairing to memorise: depth-first goes with stack, breadth-first goes with queue.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For OCR, THE depth-first traversal is post-order. In-order appears only as the BST property that outputs ascending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Depth-first (post-order): 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Order at every node: traverse the LEFT subtree, traverse the RIGHT subtree, then visit the NODE.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Post means the node comes last — after both its subtrees.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Consequence: children are always visited before their parent, and the root comes very last.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Paper method: walk anticlockwise around the outside of the tree and output each node on the LAST time you pass 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leaf's left and right calls both hit the base case immediately, so a leaf is output on first touch.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Recursive post-order in ERL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node holds a value and pointers left and right; absent children are null.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base case is the null check: recursion stops below every leaf.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two recursive calls come first; the print comes after both return — that single line position defines post-order.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Moving print(node.value) to other positions gives the other traversal orders.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postOrder(node)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if node != null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postOrder(node.left)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postOrder(node.right)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print(node.value)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postOrder(root)   // start the traversal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call stack does the bookkeeping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call pushes a frame recording which node it is at and which line to resume from.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Going deeper pushes frames; returning pops them — depth-first IS stack behaviour.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Maximum stack depth equals the height of the tree: O(log n) frames if balanced, O(n) if degenerate.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is why an iterative depth-first traversal needs an explicit stack to replace the call stack.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Time is O(n) — each node is the subject of exactly one call that prints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Our worked tree: a 7-node 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Built by inserting 42, 26, 60, 13, 35, 51, 74 into an empty BST, in that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Level 1: 42. Level 2: 26 and 60. Level 3: 13, 35, 51, 74.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Check the BST rule anywhere: everything in 42's left subtree (26, 13, 35) is below 42; everything right (60, 51, 74) is above.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tree is perfectly balanced: height 3, so recursive traversal never stacks more than 3 node frames.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42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/    \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26        60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/  \      /  \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13    35  51    74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Breadth-first with a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Enqueue the root; then repeat: dequeue a node, visit it, enqueue its children left then right.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Stop when the queue is empty — every node has been visited exactly once.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queue's FIFO order is what forces level-by-level visiting: children join the back, behind the rest of the current level.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Space cost is the widest level of the tree; time is O(n).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breadthFirst(root)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queue = new Queue()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queue.enqueue(root)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while NOT queue.isEmpty()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node = queue.dequeue()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print(node.value)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if node.left != null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queue.enqueue(node.left)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if node.right != null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queue.enqueue(node.right)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endwhile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In-order: a BST property, not the OCR depth-first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In-order visits left subtree, node, right subtree — the node in the middle.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 a BST this outputs values in ascending order: for our tree, 13, 26, 35, 42, 51, 60, 74.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That sorted output is exam-relevant as a property of binary search trees.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But if a question asks for the depth-first traversal, answer with post-order: left, right, node.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Writing the in-order sequence for a question asking for depth-first is the classic dropped mark in this topic.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What each traversal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Post-order: deleting or freeing a tree safely — children must go before their parent.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Post-order: evaluating an expression tree, since operands must be produced before their operator (this is postfix or RPN).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Breadth-first: finding the shortest path (fewest edges) in an unweighted structure, and processing by level.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Breadth-first: a fair exploration when the answer is likely near the root.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In-order on a BST: reading all values out in ascending order without sorting.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Complexity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Both traversals visit each node once: O(n) time — no traversal can beat this, every node must be seen.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Depth-first space: O(height) stack frames — O(log n) balanced, O(n) degenerate.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 space: O(width) queue entries — up to about n/2 for the bottom level of a full tree.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Deep narrow tree: BFS is cheap on memory; wide shallow tree: DFS is cheaper.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These space arguments are exactly the ones examiners reward in compare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Building the 7-node BST by insertion (42, 26, 60, 13, 35, 51, 74)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Insert 42 into the empty tree: 42 becomes the root.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Insert 26: 26 &lt; 42, go left — empty, so 26 is 42's left child. Insert 60: 60 &gt; 42, go right — empty, so 60 is 42's right child.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Insert 13: 13 &lt; 42 go left to 26; 13 &lt; 26 go left — empty, so 13 is 26's left child.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Insert 35: 35 &lt; 42 go left to 26; 35 &gt; 26 go right — empty, so 35 is 26's right child.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Insert 51: 51 &gt; 42 go right to 60; 51 &lt; 60 go left — empty, so 51 is 60's left child. Insert 74: 74 &gt; 42, 74 &gt; 60 — 74 is 60's right child.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Sanity check with the BST ordering property: the in-order reading (left, node, right) gives 13, 26, 35, 42, 51, 60, 74 — ascending, so the tree is correct.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Depth-first (post-order) traversal of the tree, state by state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Call postOrder(42): before 42 can be visited, recurse left. Stack of active calls: 42.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postOrder(26) recurses left to postOrder(13). Stack: 42, 26, 13 — the deepest it ever gets (height 3).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13's left and right calls hit null (base case), so OUTPUT 13. Pop back to 26, which now recurses right to 35; 35's children are null, so OUTPUT 35.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Both of 26's subtrees are done, so OUTPUT 26. Pop back to 42; its left subtree is complete with output so far: 13, 35, 26.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42 recurses right: postOrder(60) goes left to 51 (children null, OUTPUT 51), then right to 74 (children null, OUTPUT 74), then OUTPUT 60.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Both subtrees of the root are done, so OUTPUT 42 last. Final post-order: 13, 35, 26, 51, 74, 60, 42.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Verify the invariant: every parent appears after both its children — 26 after 13 and 35; 60 after 51 and 74; 42 at the very 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Breadth-first traversal of the tree, tracing the queue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Enqueue the root. Queue: [42].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Dequeue 42, visit it, enqueue children 26 and 60. Visited: 42. Queue: [26, 60].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Dequeue 26, visit, enqueue 13 and 35. Visited: 42, 26. Queue: [60, 13, 35].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Dequeue 60, visit, enqueue 51 and 74. Visited: 42, 26, 60. Queue: [13, 35, 51, 74] — the whole bottom level, in left-to-right order.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Dequeue 13, then 35, then 51, then 74 — all leaves, nothing to enqueue. Queue shrinks [35, 51, 74], [51, 74], [74], [].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Queue empty — stop. Breadth-first order: 42, 26, 60, 13, 35, 51, 74 — exactly level by level, left to right.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Contrast with post-order (13, 35, 26, 51, 74, 60, 42): the root is FIRST in breadth-first and LAST in post-order.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Walk the tree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Tape a BST on the floor (paper-plate nodes, tape edges): root 50; left 30 with children 20 and 40; right 70 with children 60 and 80. One walker; class records on mini-whiteboards.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Teach the walking rule: walk anticlockwise around the outside of the whole tree, left hand toward it; every node gets touched on the way down, between its subtrees, and on the way back up.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Post-order lap (the OCR depth-first): the walker shouts each value on its LAST touch — the class should record 20, 40, 30, 60, 80, 70, 50.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Optional in-order lap (shout on the MIDDLE touch): 20, 30, 40, 50, 60, 70, 80 — force out the observation that a BST read this way comes out ascending.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Breadth-first finale with no walking: a queue of students at the side — enqueue 50; repeatedly dequeue-and-shout then enqueue children left to right: 50, 30, 70, 20, 40, 60, 80. Land the pairing: the walker's route was a stack; BFS needed a queue.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Insert 65 (path: 50 right, 70 left, 60 right — it becomes 60's right child) and re-run post-order: 20, 40, 30, 65, 60, 80, 70, 50.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What prints next? Stacks and queues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Reveal a 16-line script one line at a time: push 3, push 8, push 5 onto a stack; pop and print twice; push 1; pop and print; then enqueue red, blue, green; dequeue and print; enqueue gold; dequeue and print twice.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Boards up before every print: what prints next? Expected: 5, then 8, then 1 (the just-pushed 1, not 3 — the classic error), then red, blue (not gold — gold joined the rear), green.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After the stack section ask for the full stack contents bottom to top ([3]); at the end, the queue ([gold]).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Sting question: which of these operations was not O(1)? (None — nothing shuffles along.)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Close by boarding the pairing this lesson depends on: stack = LIFO = depth-first; queue = FIFO = breadth-first.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Re-run the queue section as a circular queue of capacity 4, showing the rear pointer wrapping with MOD 4 when gold is enqueued.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Driver and navigator: recursive traversal  (20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at one computer with a starter Node record (value, left, right) and the floor tree from Walk the Tree pre-built. Driver types; navigator dictates and hunts bugs; swap roles every 5 minutes.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Sprint 1: write recursive postOrder(node) and run it — expected output is boarded first: 20 40 30 60 80 70 50.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Sprint 2 (roles swapped): produce inOrder by moving ONE line — the navigator must say which line and why before the driver touches it (print moves between the two recursive calls; output 20 30 40 50 60 70 80, ascending because it is a BST).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Sprint 3 (swap again): add a counter recording maximum recursion depth and check it against the tree height (3 levels of node calls for this balanced tree).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where is the base case? (The null check — every call pushes a frame, so maximum depth equals tree height.)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What tree shape makes recursion depth O(n)? (A degenerate chain — insert 1, 2, 3, ... in order.) How would you traverse breadth-first instead, and why can recursion alone not do it? (You need a queue; the call stack gives LIFO, not FIFO.)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order in which a depth-first (post-order) traversal processes each node of a binary tree. [1]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binary tree has root 20; 20's left child is 10 with children 5 and 15; 20's right child is 30 with a left child 25. Write the depth-first (post-order) traversal.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For the same tree, write the breadth-first traversal.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a breadth-first traversal requires a queue. [2]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order in which a depth-first (post-order) traversal processes each node of a binary tree. [1]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Traverse the left subtree, then the right subtree, then visit the node itself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binary tree has root 20; 20's left child is 10 with children 5 and 15; 20's right child is 30 with a left child 25. Write the depth-first (post-order) traversal.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Left subtree of 20: 5, 15, 10 (1). Right subtree: 25 then 30 (1). Root last, giving 5, 15, 10, 25, 30, 20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For the same tree, write the breadth-first traversal.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Level by level, left to right: 20, 10, 30 (1), then 5, 15, 25 — giving 20, 10, 30, 5, 15, 25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a breadth-first traversal requires a queue.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Each visited node's children are enqueued at the rear, behind the remaining nodes of the current level (1); FIFO removal therefore guarantees the whole level is visited before the next level begins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recursive post-order traversal is run on a balanced BST of 1,000,000 nodes. State the structure the recursion relies on and explain why its maximum depth is only about 20.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one practical use of a post-order traversal and one of a breadth-first traversal.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The in-order traversal of a binary tree outputs 4, 9, 12, 17, 20. What does this output tell you about the tree, and why?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Values are inserted into an empty BST in the order 3, 5, 8, 12. Describe the resulting shape and its consequence for the recursive traversal's stack depth. [2]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recursive post-order traversal is run on a balanced BST of 1,000,000 nodes. State the structure the recursion relies on and explain why its maximum depth is only about 20.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call stack (1); each recursive call pushes a frame and depth equals the height of the tree (1); a balanced BST of a million nodes has height about log base 2 of 1,000,000, which is about 20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one practical use of a post-order traversal and one of a breadth-first traversal.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Post-order: safely deleting a whole tree, or evaluating an expression tree, because children are processed before their parent (1). Breadth-first: finding the shortest path by number of edges, or processing nodes level by level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The in-order traversal of a binary tree outputs 4, 9, 12, 17, 20. What does this output tell you about the tree, and why?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a binary search tree (or at least obeys BST ordering) (1) because in-order visits left subtree, node, then right subtree, which yields ascending order exactly when smaller values are left and larger values are right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Values are inserted into an empty BST in the order 3, 5, 8, 12. Describe the resulting shape and its consequence for the recursive traversal's stack depth.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degenerate tree — each value becomes the right child of the previous, forming a chain (1); the recursion depth becomes n (here 4 frames), i.e. O(n) instead of O(log n)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answer a depth-first question with the in-order sequence; for OCR, THE depth-first traversal is post-order (left, right, node) — in-order is only the BST ascending-output property.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breadth-first can be written with plain recursion; recursion gives stack (LIFO) behaviour, and level order needs a queue (FIFO).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place the root first in post-order; the root of the whole tree is always LAST, because both subtrees complete first.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claim traversal of a BST is O(log n); that is search — a traversal must visit all n nodes, so it is O(n).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forget the null base case when writing the recursion, so their trace never terminates below the leaves.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write or state a traversal order (2-3 marks), explain the role of the stack or queue (2-3 marks), write or complete recursive traversal code (3-4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Traversal-order questions usually draw the tree; examiners award one mark per correctly ordered section, so show the subtree groupings.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Code questions hinge on three things: the null base case, the two recursive calls, and the position of the print line.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'The diagram shows a binary search tree. (i) Write the order the nodes are visited using a depth-first (post-order) traversal. (ii) Explain how a queue is used to perform a breadth-first traversal of the same tree.' [2 + 3]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Draw the BST produced by inserting 55, 32, 78, 19, 40, 66, 90 in that order, then write its depth-first (post-order) traversal and its breadth-first traversal, showing the queue contents after each dequeue. (Answers: post-order 19, 40, 32, 66, 90, 78, 55; breadth-first 55, 32, 78, 19, 40, 66, 90, with the queue peaking at [19, 40, 66, 90] after 78 is dequeued.)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The expression (3 + 4) * 5 is stored as an expression tree with * at the root, + as its left child (children 3 and 4) and 5 as its right child. Write the post-order traversal (3, 4, +, 5, *), explain why this is exactly the RPN form of the expression, and describe how a stack evaluates that output to 35. Then explain why pre-order or breadth-first output could not be evaluated this way.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Write the post-order traversal rule and state where the root of the whole tree appears in the output.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each traversal rely on — depth-first and breadth-first?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In-order traversal of a BST outputs what, and is it the traversal OCR calls depth-first?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Write the post-order traversal rule and state where the root of the whole tree appears in the output.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Left subtree, right subtree, then the node; the root appears last.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each traversal rely on — depth-first and breadth-first?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Depth-first uses a stack (the call stack when recursive); breadth-first uses a queue.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In-order traversal of a BST outputs what, and is it the traversal OCR calls depth-first?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values in ascending order; no — OCR's named depth-first traversal is post-order.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