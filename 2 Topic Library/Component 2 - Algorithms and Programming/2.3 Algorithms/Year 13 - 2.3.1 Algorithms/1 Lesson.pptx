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2.3.1 Algorithms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Editable lesson deck —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Use Big O notation to express and justify the time and space complexity of an algorithm, simplifying expressions to the dominant term.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standard searching and sorting algorithms by how they work and their best, average and worst-case complexities.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and trace algorithms on data structures, including tree traversals and the shortest-path algorithms Dijkstra and A*.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traversal of a binary search tree outputs values in ascending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a breadth-first traversal use, and which does depth-first use?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time complexity of pushing or popping on a stack,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State one precondition that must hold before a binary search can be used.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Simplify 3n² + 5n + 17 to Big O notation.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traversal of a binary search tree outputs values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(Left → Node → Right).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data structure does a breadth-first traversal use, and which does depth-first use?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BFS uses a queue (FIFO); DFS uses a stack (or recursion).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time complexity of pushing or popping on a stack,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O(1) — it only acts on the top element, with no traversal.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State one precondition that must hold before a binary search can be used.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list must be sorted.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Simplify 3n² + 5n + 17 to Big O notation.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O(n²) — drop constants and lower-order terms, keeping the dominant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Algorithm</a:t>
            </a:r>
            <a:r>
              <a:rPr sz="1800">
                <a:solidFill>
                  <a:srgbClr val="222222"/>
                </a:solidFill>
                <a:latin typeface="Calibri"/>
              </a:rPr>
              <a:t> — A precise, finite sequence of steps to solve a problem.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Big O notation</a:t>
            </a:r>
            <a:r>
              <a:rPr sz="1800">
                <a:solidFill>
                  <a:srgbClr val="222222"/>
                </a:solidFill>
                <a:latin typeface="Calibri"/>
              </a:rPr>
              <a:t> — How an algorithm's time or space requirement grows with input size n (worst case).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Time complexity</a:t>
            </a:r>
            <a:r>
              <a:rPr sz="1800">
                <a:solidFill>
                  <a:srgbClr val="222222"/>
                </a:solidFill>
                <a:latin typeface="Calibri"/>
              </a:rPr>
              <a:t> — The number of operations performed as a function of input size 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Space complexity</a:t>
            </a:r>
            <a:r>
              <a:rPr sz="1800">
                <a:solidFill>
                  <a:srgbClr val="222222"/>
                </a:solidFill>
                <a:latin typeface="Calibri"/>
              </a:rPr>
              <a:t> — The amount of memory required as a function of input size 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Tractable / Intractable</a:t>
            </a:r>
            <a:r>
              <a:rPr sz="1800">
                <a:solidFill>
                  <a:srgbClr val="222222"/>
                </a:solidFill>
                <a:latin typeface="Calibri"/>
              </a:rPr>
              <a:t> — Solvable in polynomial time or better / only solvable in exponential time or worse.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Divide and conquer</a:t>
            </a:r>
            <a:r>
              <a:rPr sz="1800">
                <a:solidFill>
                  <a:srgbClr val="222222"/>
                </a:solidFill>
                <a:latin typeface="Calibri"/>
              </a:rPr>
              <a:t> — Break a problem into subproblems, solve them, then combine (e.g. merge sort, quick sort, binary search).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rule-of-thumb estimate; in A* the estimate h(n) of the remaining cost from a node to the goal.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Admissible 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heuristic that never overestimates the true remaining cost, guaranteeing A* finds the optimal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Big O and complexity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Big O describes the worst-case growth of time (operations) or space (memory) against input size 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Simplify by dropping constants and lower-order terms: 3n² + 5n + 17 → O(n²), the dominant term wins.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Order of growth: O(1) constant, O(log n) logarithmic, O(n) linear, O(n log n) linearithmic, O(n²) quadratic, O(2ⁿ) exponential.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Tractable = solvable in polynomial time or better; intractable = only exponential O(2ⁿ) or worse.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Always justify a Big O, e.g. 'O(n²) because of the nested loop — each of n passes makes up to n comparisons.'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Searching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Linear search: check each element in turn from the start; works on unsorted data; O(n) average and worst, O(1) best.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search: check the middle of a SORTED list, discard the half that cannot contain the target, repeat; O(log n) worst case.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search precondition: the list MUST be sorted so a half can be safely discarded each pass — always state this.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search is O(log n) because halving the search space means doubling n only adds one extra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Sorting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Bubble sort: repeatedly compare adjacent pairs and swap if out of order; O(n²) average/worst, O(n) best only with a swap flag; stable, O(1) space.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Insertion sort: build a sorted front section, inserting each element by shifting larger ones right; O(n²) average/worst, O(n) best; stable, O(1) space.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Merge sort: divide and conquer, split until single items then merge; guaranteed O(n log n) in all cases but needs O(n) extra space.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Quick sort: pick a pivot, partition smaller-left / larger-right, recurse; O(n log n) average but O(n²) worst case (poor pivot); not stable.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Classic trade-off: merge sort guarantees O(n log n) time but uses O(n) space; quick sort uses O(log n) space but risks O(n²)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Data-structure operation complexities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Stack (LIFO) and queue (FIFO): push, pop, enQueue, deQueue are all O(1) — they act only on the top/ends.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Array: access by index is O(1), but inserting or deleting shifts elements → O(n).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Linked list: traversal and search are O(n); inserting or deleting given the node is O(1) by re-pointing.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Binary search tree: search/insert is O(log n) average if balanced, O(n) worst if degenerate; full traversal is O(n).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circular queue uses MOD to wrap its pointers and reuse freed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Tree traversals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Pre-order (Node → Left → Right): used to copy a tree or output prefix expressions.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In-order (Left → Node → Right): outputs a BST's values in ascending sorted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Post-order (Left → Right → Node): used to delete a tree or evaluate RPN (postfix); it is the depth-first traversal the spec names.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 (BFS): visit level by level, left to right, using a queue; finds shortest paths in unweighted graphs.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Mnemonic for the Node position: Pre = first, In = middle, Post = last.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Shortest path: Dijkstra and 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Dijkstra uses cost g(n) only, is uninformed, and searches outward in all directions to find shortest paths to ALL nodes.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Dijkstra: always settle the unvisited node with the smallest tentative distance, relax its neighbours, then never update a settled node.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A* uses f(n) = g(n) + h(n), where h(n) is a heuristic estimate of remaining cost to the goal — this is the key difference.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A* directs the search toward one goal, usually exploring fewer nodes and so running faster than Dijkstra.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A* is optimal only if its heuristic is admissible (never overestimates); if h(n) = 0, A* reduces exactly to Dijkstra.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Dijkstra's algorithm from node A (undirected weighted graph)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Edges: A–B=4, A–D=1, B–C=2, B–E=5, C–F=3, D–E=2, E–F=1. Set distance A=0 and all others to infinity.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From A, tentative distances are D=1 and B=4. The smallest unvisited is D=1, so settle D=1 (via A).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From D, relax E: 1 + 2 = 3. Smallest unvisited is now E=3, so settle E=3 (via D).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From E, relax F: 3 + 1 = 4, and B via E: 3 + 5 = 8 (worse than 4, keep B=4). Both B=4 and F=4 are smallest; settle B=4 (via A) and F=4 (via E).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From B, relax C: 4 + 2 = 6. From F, C via F: 4 + 3 = 7 (worse, keep 6). Settle C=6 (via 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Final shortest distances from A: A=0, D=1 (via A), E=3 (via D), B=4 (via A), F=4 (via E), C=6 (via 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Complexity: a simple-array Dijkstra is O(n²); with a priority queue it is O((V + E) log V). It explores more nodes than A* because it has no heuristic to steer toward a single goal.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Trace a bubble sort on [5, 3, 8, 1, 4], writing the full list after each complete left-to-right pass. Then state and justify the worst-case Big O of bubble sort.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On the same graph, explain how adding an admissible straight-line heuristic h(n) would change the search to A*, and identify which node Dijkstra wastefully settles that A* searching only for goal F might avoid. Justify why A* still returns the optimal path.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worst-case time complexity of quick sort, and what causes 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merge sort guarantee O(n log n) but use O(n) extra space?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the f(n) formula used by A* and what each term means.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worst-case time complexity of quick sort, and what causes 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O(n²), caused by a poor pivot choice such as already-sorted data producing unbalanced partitions.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does merge sort guarantee O(n log n) but use O(n) extra space?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always divides into log n levels each doing n work to merge (O(n log n)), but merging needs temporary arrays the size of the input (O(n)).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the f(n) formula used by A* and what each term means.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f(n) = g(n) + h(n): g(n) is the actual cost from the start to n, h(n) is the heuristic estimate of remaining cost to the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