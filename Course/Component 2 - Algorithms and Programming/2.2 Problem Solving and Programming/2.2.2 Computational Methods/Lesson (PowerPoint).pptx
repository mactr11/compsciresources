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2.2.2 Computational Methods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State the features that make a problem solvable computationally and recognise non-computable and intractable problems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problem recognition, decomposition, divide and conquer, and abstraction (representational and by generalisation)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named computational methods (backtracking, data mining, heuristics, performance modelling, pipelining, visualisation) to suitable problems, justifying why each 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two characteristics that make a problem solvable computationally.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decomposition and abstraction?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divide and conquer pair naturally with recursion?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two parts must every correctly written recursive subroutine contain (interleaves 2.2.1)?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State the average-case time complexity of binary search and why it is a divide-and-conquer algorithm (interleaves 2.3.1).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two characteristics that make a problem solvable computationally.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two: can be decomposed; has clear inputs/processes/outputs; is repetitive/rule-based; allows useful abstractions; data can be structured; has a finite sequence of steps.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difference between decomposition and abstraction?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Decomposition breaks a problem into smaller sub-problems; abstraction removes or hides unnecessary detail to focus on what matters.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does divide and conquer pair naturally with recursion?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splits a problem into smaller instances of the same problem, so the same subroutine can call itself until a base case is reached.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two parts must every correctly written recursive subroutine contain (interleaves 2.2.1)?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base case that stops the recursion and a general/recursive case that calls itself moving toward the base case.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State the average-case time complexity of binary search and why it is a divide-and-conquer algorithm (interleaves 2.3.1).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O(log n); it repeatedly halves the search space, discarding the half that cannot contain the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Problem recognition</a:t>
            </a:r>
            <a:r>
              <a:rPr sz="1800">
                <a:solidFill>
                  <a:srgbClr val="222222"/>
                </a:solidFill>
                <a:latin typeface="Calibri"/>
              </a:rPr>
              <a:t> — Identifying and understanding what the problem actually is — its inputs, outputs, constraints and success criteria — before solving it.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Decomposition</a:t>
            </a:r>
            <a:r>
              <a:rPr sz="1800">
                <a:solidFill>
                  <a:srgbClr val="222222"/>
                </a:solidFill>
                <a:latin typeface="Calibri"/>
              </a:rPr>
              <a:t> — Breaking a complex problem into smaller, manageable sub-problems that can be tackled separately.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Divide and conquer</a:t>
            </a:r>
            <a:r>
              <a:rPr sz="1800">
                <a:solidFill>
                  <a:srgbClr val="222222"/>
                </a:solidFill>
                <a:latin typeface="Calibri"/>
              </a:rPr>
              <a:t> — Repeatedly splitting a problem into smaller instances of the same problem, solving the parts and combining the results.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Abstraction</a:t>
            </a:r>
            <a:r>
              <a:rPr sz="1800">
                <a:solidFill>
                  <a:srgbClr val="222222"/>
                </a:solidFill>
                <a:latin typeface="Calibri"/>
              </a:rPr>
              <a:t> — Removing or hiding unnecessary detail; representational (drop irrelevant detail) or by generalisation (group by shared traits).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Backtracking</a:t>
            </a:r>
            <a:r>
              <a:rPr sz="1800">
                <a:solidFill>
                  <a:srgbClr val="222222"/>
                </a:solidFill>
                <a:latin typeface="Calibri"/>
              </a:rPr>
              <a:t> — Building a solution step by step and, on a dead end, returning to the last decision to try another option (often recursive).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rule of thumb giving a good-enough but not guaranteed optimal answer quickly when an exact method is too slow.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mining</a:t>
            </a:r>
            <a:r>
              <a:rPr sz="1800">
                <a:solidFill>
                  <a:srgbClr val="222222"/>
                </a:solidFill>
                <a:latin typeface="Calibri"/>
              </a:rPr>
              <a:t> — Searching large data sets for hidden patterns, correlations and trends, e.g. loyalty-card basket analysis or fraud detection.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Pipelining</a:t>
            </a:r>
            <a:r>
              <a:rPr sz="1800">
                <a:solidFill>
                  <a:srgbClr val="222222"/>
                </a:solidFill>
                <a:latin typeface="Calibri"/>
              </a:rPr>
              <a:t> — Splitting a process into stages so different stages work on different items simultaneously, raising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Computable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problem is solvable computationally if it can be decomposed, has clear inputs/processes/outputs, is repetitive/rule-based, allows useful abstractions, can be modelled as data, and has a finite sequence of steps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Some problems are non-computable (no algorithm can solve them, e.g. the Halting Problem)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Some are computable but intractable: solvable in principle but taking impractically long as the input grows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Decomposition and divide and conquer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Problem recognition comes first: understand the inputs, outputs, constraints and success criteria before designing a solution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Decomposition breaks a complex problem into smaller, separate sub-tasks that are easier to write and test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Divide and conquer repeatedly splits into smaller instances of the same problem, solves them and combines results (binary search, merge sort, quicksort) — it pairs with recursion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Abstraction removes or hides detail that is not relevant to the problem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Representational abstraction drops irrelevant detail while keeping structure, e.g. the London Tube map keeps line connections but not true distances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Abstraction by generalisation groups things by shared characteristics so they can be treated the same, e.g. classifying many shapes as polygons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Heuristics and backtracking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heuristic gives a quick good-enough answer that is not guaranteed optimal, used when an exact method is too slow or impossible (satnav A*, Travelling Salesman)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Backtracking builds a solution step by step and, on a dead end, returns to the last decision to try another option (mazes, N-Queens, Sudoku)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Both suit problems whose exact solution is intractable; the exam mark for a heuristic is stressing good enough, not guaranteed optimal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Modelling, mining and visualisation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Data mining searches large data sets for hidden patterns and correlations, e.g. basket analysis or fraud detection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Performance modelling uses a model to predict how a system behaves before or instead of building it (server load, aircraft systems, algorithm scaling)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Pipelining overlaps stages so different items are processed at once (CPU fetch–decode–execute); visualisation represents data graphically (charts, heat maps) to reveal patterns and aid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and justifying a method for the N-Queens problem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Recognise the problem: place 8 queens on a chessboard so that no two attack each other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Identify the best method: backtracking (recursive backtracking), because a valid arrangement is built up one decision at a time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Place queens one column (or row) at a time, choosing a safe square each time, and after each placement check no two queens attack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On a dead end (no safe square in the next column) backtrack: undo the last placement and try the next available square for the previous queen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Repeat until all 8 queens are placed (a solution) or every option is exhausted; justify why it is slow for large boards: the search space grows enormously and lots of backtracking is needed (combinatorial explosion)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Match each method to its best use and justify two choices in a sentence each: backtracking, data mining, heuristics, performance modelling, visualisation, against — Sudoku dead-end recovery, loyalty-card basket analysis, A* near-optimal routing, predicting server load before build, infection-rate heat map.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delivery firm models routes over a road network. Explain how divide and conquer could be applied and why it pairs with recursion, then explain why a heuristic rather than an exact method would be used to solve the underlying Travelling Salesman Problem, referring to intractability.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a heuristic used for the Travelling Salesman Problem instead of an exact method?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key difference between representational abstraction and abstraction by generalisation, with one example of each.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happens at a dead end in a backtracking algorithm?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is a heuristic used for the Travelling Salesman Problem instead of an exact method?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 exact method must check a factorially growing number of routes (intractable), so a heuristic gives a good-enough route quickly, accepting it may not be optimal.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key difference between representational abstraction and abstraction by generalisation, with one example of each.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drops irrelevant detail but keeps structure (Tube map); generalisation groups by shared traits (classifying shapes as polygons).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happens at a dead end in a backtracking algorithm?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returns to the last decision point, undoes the most recent choice and tries the next available 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