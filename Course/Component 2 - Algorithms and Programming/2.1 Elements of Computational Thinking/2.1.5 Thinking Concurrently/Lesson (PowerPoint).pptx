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2.1.5 Thinking Concurrently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Identify tasks that can run concurrently because they have no data dependency.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the benefits and trade-offs of concurrency, including race conditions and deadlock.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Apply concurrent thinking to an unseen scenario, weighing one benefit against one trade-off.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When can two tasks safely run concurrently?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a race condition?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deadlock?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On a single core, what does 'concurrent' really mean?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(2.1.3): how does a data dependency limit concurrency?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When can two tasks safely run concurrently?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When they are independent — they share no data, so neither depends on the other's result.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a race condition?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When the result depends on the unpredictable timing of concurrent tasks that share data.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deadlock?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When tasks each wait for a resource the other holds, so none can proceed.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On a single core, what does 'concurrent' really mean?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Time-slicing — the processor rapidly switches between tasks rather than running them truly simultaneously.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(2.1.3): how does a data dependency limit concurrency?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step needing an earlier step's output must run after it, so dependent steps cannot be parallelised.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Thinking concurrently</a:t>
            </a:r>
            <a:r>
              <a:rPr sz="1800">
                <a:solidFill>
                  <a:srgbClr val="222222"/>
                </a:solidFill>
                <a:latin typeface="Calibri"/>
              </a:rPr>
              <a:t> — Spotting parts of a problem that can run at the same time (in parallel or interleaved).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Concurrency</a:t>
            </a:r>
            <a:r>
              <a:rPr sz="1800">
                <a:solidFill>
                  <a:srgbClr val="222222"/>
                </a:solidFill>
                <a:latin typeface="Calibri"/>
              </a:rPr>
              <a:t> — Running multiple tasks in overlapping time, by true parallelism or time-slicing.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Parallel processing</a:t>
            </a:r>
            <a:r>
              <a:rPr sz="1800">
                <a:solidFill>
                  <a:srgbClr val="222222"/>
                </a:solidFill>
                <a:latin typeface="Calibri"/>
              </a:rPr>
              <a:t> — Multiple tasks running literally simultaneously on multiple cores.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Time-slicing</a:t>
            </a:r>
            <a:r>
              <a:rPr sz="1800">
                <a:solidFill>
                  <a:srgbClr val="222222"/>
                </a:solidFill>
                <a:latin typeface="Calibri"/>
              </a:rPr>
              <a:t> — A single core rapidly switching between tasks so they appear to run together.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Data dependency</a:t>
            </a:r>
            <a:r>
              <a:rPr sz="1800">
                <a:solidFill>
                  <a:srgbClr val="222222"/>
                </a:solidFill>
                <a:latin typeface="Calibri"/>
              </a:rPr>
              <a:t> — When one task needs another's output, forcing them to run sequentially.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Race condition</a:t>
            </a:r>
            <a:r>
              <a:rPr sz="1800">
                <a:solidFill>
                  <a:srgbClr val="222222"/>
                </a:solidFill>
                <a:latin typeface="Calibri"/>
              </a:rPr>
              <a:t> — When the outcome depends on the unpredictable timing of concurrent tasks sharing data.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Deadlock</a:t>
            </a:r>
            <a:r>
              <a:rPr sz="1800">
                <a:solidFill>
                  <a:srgbClr val="222222"/>
                </a:solidFill>
                <a:latin typeface="Calibri"/>
              </a:rPr>
              <a:t> — When tasks each hold a resource the other needs and neither releases it, so both wait forever.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Synchronisation</a:t>
            </a:r>
            <a:r>
              <a:rPr sz="1800">
                <a:solidFill>
                  <a:srgbClr val="222222"/>
                </a:solidFill>
                <a:latin typeface="Calibri"/>
              </a:rPr>
              <a:t> — Coordinating concurrent tasks and recombining their results safely.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What concurrency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Running parts of a problem at the same time, in parallel or interleaved.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True parallelism needs multiple cores; a single core time-slices.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Only independent tasks (no shared data) are safe to run together.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Faster completion and better throughput on multi-core hardware.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More responsive programs — the UI stays free while a task runs.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Example: a file download runs while the rest of the program keeps responding.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Harder to design, program and debug.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Risk of race conditions and deadlock when tasks share resources.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Results often need synchronising and recombining.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Not always faster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On a single core there is no true parallelism, only time-slicing.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Creating and managing threads adds overhead.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Some problems are inherently sequential due to data dependencies.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Exam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Check for data dependencies before claiming tasks can run together.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When asked to discuss, pair a benefit with a trade-off.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Apply to the scenario's actual tasks, not generic statements.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Handling a photo upload with concurrent thinking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List the tasks: (a) generate three thumbnail sizes, (b) scan the image for prohibited content, (c) save the original to storage.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Check dependencies: all three work from the same uploaded image and do not need each other's output, so they are largely independent.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Decide concurrency: (a), (b) and (c) can run at the same time.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Note a sequencing point: the photo should not be published until the content scan result is checked, even if the work runs in parallel.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Benefit: running them together makes the upload feel faster and keeps the app responsive across cores.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6. Trade-off: concurrency is harder to debug and risks race conditions if tasks touch shared storage; on limited hardware it may not be truly faster.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An online store builds a sales report by (i) totalling each region's sales and (ii) combining the regional totals into a grand total. Explain which part can run concurrently and which must run afterwards, referring to data dependency, then give one benefit of doing the regional work concurrently.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shared online ticket-booking system risks selling the same seat twice under concurrency. Explain how this race condition arises, and describe one way to prevent it, noting the trade-off your fix introduces.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is safe to run concurrently and why: (A) rendering then exporting that same clip, or (B) generating audio for scene 1 and scene 2?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Two threads update a shared bank balance without coordination and the final figure depends on timing. Name the problem.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Give one reason concurrency is not always faster.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is safe to run concurrently and why: (A) rendering then exporting that same clip, or (B) generating audio for scene 1 and scene 2?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 — scene 1 and scene 2 audio share no data so they are independent; A has a dependency (export needs the rendered clip).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Two threads update a shared bank balance without coordination and the final figure depends on timing. Name the problem.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race condition.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Give one reason concurrency is not always faster.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On a single core it is only time-slicing, not true parallelism; thread overhead and inherently sequential steps also limit any gain.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