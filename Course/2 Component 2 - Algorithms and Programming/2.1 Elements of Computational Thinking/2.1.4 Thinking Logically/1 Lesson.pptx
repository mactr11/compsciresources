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2.1.4 Thinking Logically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decision points where the flow of control branches on a condition.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exact Boolean conditions, including the correct comparison operator and logical operators.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logical thinking to an unseen scenario, stating the outcome of both branches of each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decision point?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flow of control?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How many branches does a single IF/ELSE decision have?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Write the condition for 'lock the account after 3 failed attempts'.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(2.1.3): how does a decision point relate to a sub-procedure's order?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decision point?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place where the flow of control branches depending on whether a condition is true or false.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flow of control?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order in which a program's statements execute, shaped by its decision points.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How many branches does a single IF/ELSE decision have?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Two — one for the condition being true and one for it being false.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Write the condition for 'lock the account after 3 failed attempts'.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IF attempts &gt;= 3.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(2.1.3): how does a decision point relate to a sub-procedure's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Decision points steer which steps run, while sequencing fixes order by data dependency; both control execution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Thinking logically</a:t>
            </a:r>
            <a:r>
              <a:rPr sz="1800">
                <a:solidFill>
                  <a:srgbClr val="222222"/>
                </a:solidFill>
                <a:latin typeface="Calibri"/>
              </a:rPr>
              <a:t> — Identifying decision points where flow of control branches on a condition.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Decision point</a:t>
            </a:r>
            <a:r>
              <a:rPr sz="1800">
                <a:solidFill>
                  <a:srgbClr val="222222"/>
                </a:solidFill>
                <a:latin typeface="Calibri"/>
              </a:rPr>
              <a:t> — A place where flow branches on a condition, e.g. an IF, CASE or loop test.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Boolean condition</a:t>
            </a:r>
            <a:r>
              <a:rPr sz="1800">
                <a:solidFill>
                  <a:srgbClr val="222222"/>
                </a:solidFill>
                <a:latin typeface="Calibri"/>
              </a:rPr>
              <a:t> — An expression that evaluates to true or false, e.g. score &gt;= 1000.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Flow of control</a:t>
            </a:r>
            <a:r>
              <a:rPr sz="1800">
                <a:solidFill>
                  <a:srgbClr val="222222"/>
                </a:solidFill>
                <a:latin typeface="Calibri"/>
              </a:rPr>
              <a:t> — The order in which statements execute, altered by decision points.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Branch</a:t>
            </a:r>
            <a:r>
              <a:rPr sz="1800">
                <a:solidFill>
                  <a:srgbClr val="222222"/>
                </a:solidFill>
                <a:latin typeface="Calibri"/>
              </a:rPr>
              <a:t> — One of the paths taken from a decision point; each decision has a true and a false branch.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Comparison operator</a:t>
            </a:r>
            <a:r>
              <a:rPr sz="1800">
                <a:solidFill>
                  <a:srgbClr val="222222"/>
                </a:solidFill>
                <a:latin typeface="Calibri"/>
              </a:rPr>
              <a:t> — A symbol such as &lt;, &lt;=, &gt;, &gt;=, = used to build a condition.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Logical operator</a:t>
            </a:r>
            <a:r>
              <a:rPr sz="1800">
                <a:solidFill>
                  <a:srgbClr val="222222"/>
                </a:solidFill>
                <a:latin typeface="Calibri"/>
              </a:rPr>
              <a:t> — AND, OR or NOT, used to combine conditions, e.g. ticketValid AND feePaid.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Nested condition</a:t>
            </a:r>
            <a:r>
              <a:rPr sz="1800">
                <a:solidFill>
                  <a:srgbClr val="222222"/>
                </a:solidFill>
                <a:latin typeface="Calibri"/>
              </a:rPr>
              <a:t> — A decision inside another, used when one test must take priority over another.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Decision points and flow of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decision point branches the flow of control on a condition.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Flow of control is the order statements execute.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IF, CASE and loop tests are all decision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Writing exact Boolean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'Under 16' is age &lt; 16, not &lt;= 16.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'Over £50' is total &gt; 50, so exactly £50 fails; use &gt;= 50 to include it.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Choosing the right operator is where marks are won or lost.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Both branches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Every decision has a true branch and a false branch.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Booking: seatsRequested &lt;= seatsAvailable confirms; the false branch rejects the booking.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Always state what happens on both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Combining and nesting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Use logical operators: barrier opens IF ticketValid AND feePaid.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Nest conditions when one test must override another.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Order nested tests so the priority condition is checked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Give the exact Boolean, not vague wording like 'if it's fast'.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State the outcome of both branches.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Apply conditions to the scenario's actual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a streaming quality with logical thinking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Identify the overriding decision: connection speed takes priority over subscription.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First condition: IF connectionSpeed &lt; 5 (Mbps) THEN stream SD, regardless of subscription.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False branch of that test (connection adequate): move to the subscription decision.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Second condition: IF subscription = "premium" THEN stream 4K, ELSE stream HD.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State both branches of each: SD vs continue; 4K vs HD.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Note the conditions are nested and ordered so the speed test is checked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car-park barrier should open only if the ticket is valid AND the fee has been paid. Write the exact Boolean condition using a logical operator, and state precisely what happens on both the true and false branches.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game awards a bonus life at 1000 points and a 'game over' at 0 lives. Design the decision points for both, writing exact Boolean conditions and stating the outcome of every branch, and explain why the order they are tested in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 cinema discounts customers under 16. Write the exact condition.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A booking confirms when seatsRequested &lt;= seatsAvailable. What happens on the FALSE branch?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A student writes IF total &gt; 50 for free delivery. Does a £50 order qualify, and how would you fix it to include £50?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 cinema discounts customers under 16. Write the exact condition.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IF age &lt; 16.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A booking confirms when seatsRequested &lt;= seatsAvailable. What happens on the FALSE branch?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booking is rejected and the user is told there are too few seats.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A student writes IF total &gt; 50 for free delivery. Does a £50 order qualify, and how would you fix it to include £50?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 — 50 is not greater than 50; use IF total &gt;= 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