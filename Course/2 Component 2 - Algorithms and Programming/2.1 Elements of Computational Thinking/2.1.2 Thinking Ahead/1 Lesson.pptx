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2.1.2 Thinking Ahead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Identify the inputs and outputs of a routine, distinguishing them from internal processes.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preconditions, caching and reusable components, including the benefits and trade-offs of caching.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thinking ahead to plan an unseen routine before coding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a precondition?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the main benefit and main trade-off of caching.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Name two benefits of a reusable component.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Why is 'validate the data' an input/output trap?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(2.1.1): how does abstraction differ from thinking ahead?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is a precondition?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condition that must be true before a routine can run correctly, e.g. a list sorted before binary search.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the main benefit and main trade-off of caching.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Benefit: faster reuse with less recompute/traffic. Trade-off: extra storage and data can become stale.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Name two benefits of a reusable component.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Faster development and fewer bugs because it is pre-tested; also consistency and easier maintenance.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Why is 'validate the data' an input/output trap?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is a process that transforms data, not data flowing in or a result flowing out.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(2.1.1): how does abstraction differ from thinking ahead?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Abstraction removes irrelevant detail to simplify a model; thinking ahead plans inputs, outputs, preconditions and reuse before coding.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Input</a:t>
            </a:r>
            <a:r>
              <a:rPr sz="1800">
                <a:solidFill>
                  <a:srgbClr val="222222"/>
                </a:solidFill>
                <a:latin typeface="Calibri"/>
              </a:rPr>
              <a:t> — Data passed into a routine, e.g. quantity and delivery address for an order.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Output</a:t>
            </a:r>
            <a:r>
              <a:rPr sz="1800">
                <a:solidFill>
                  <a:srgbClr val="222222"/>
                </a:solidFill>
                <a:latin typeface="Calibri"/>
              </a:rPr>
              <a:t> — A result produced by a routine, e.g. dispensed cash and an updated balance.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Process</a:t>
            </a:r>
            <a:r>
              <a:rPr sz="1800">
                <a:solidFill>
                  <a:srgbClr val="222222"/>
                </a:solidFill>
                <a:latin typeface="Calibri"/>
              </a:rPr>
              <a:t> — A step that transforms data inside a routine; not an input or output.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Precondition</a:t>
            </a:r>
            <a:r>
              <a:rPr sz="1800">
                <a:solidFill>
                  <a:srgbClr val="222222"/>
                </a:solidFill>
                <a:latin typeface="Calibri"/>
              </a:rPr>
              <a:t> — A condition that must be true before a routine runs correctly.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Caching</a:t>
            </a:r>
            <a:r>
              <a:rPr sz="1800">
                <a:solidFill>
                  <a:srgbClr val="222222"/>
                </a:solidFill>
                <a:latin typeface="Calibri"/>
              </a:rPr>
              <a:t> — Storing an expensive or frequently used result in fast storage for quick reuse.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Stale data</a:t>
            </a:r>
            <a:r>
              <a:rPr sz="1800">
                <a:solidFill>
                  <a:srgbClr val="222222"/>
                </a:solidFill>
                <a:latin typeface="Calibri"/>
              </a:rPr>
              <a:t> — Cached data that is out of date because the source has changed since it was stored.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Cache invalidation</a:t>
            </a:r>
            <a:r>
              <a:rPr sz="1800">
                <a:solidFill>
                  <a:srgbClr val="222222"/>
                </a:solidFill>
                <a:latin typeface="Calibri"/>
              </a:rPr>
              <a:t> — Refreshing or discarding cached data so stale values are not served.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Reusable component</a:t>
            </a:r>
            <a:r>
              <a:rPr sz="1800">
                <a:solidFill>
                  <a:srgbClr val="222222"/>
                </a:solidFill>
                <a:latin typeface="Calibri"/>
              </a:rPr>
              <a:t> — A self-contained, generalised, pre-tested module that can be dropped into many programs.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Inputs and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Inputs are data in; outputs are results out.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Internal processes (e.g. validating, applying a discount) are neither.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Listing real inputs/outputs first shapes the rest of the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Preconditions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condition that must hold before a routine runs correctly.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Example: a list must be sorted before binary search will work.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If unchecked, the routine may give wrong results or fail.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Store expensive/frequent results in fast storage for reuse.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Benefit: faster responses and less recomputation or network traffic.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Trade-off: extra storage and data can go stale, so it needs invalidation.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Reusable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Self-contained, generalised modules used across many programs.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Benefits: faster development, fewer bugs (pre-tested), consistency.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Also easier maintenance — fix once and every user benefits.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Name actual inputs/outputs, the precondition, what to cache and what to reuse.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When asked to discuss caching, give both a benefit and a trade-off.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Apply to the scenario — generic definitions score poorly.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Planning a 'display personalised news feed' routine before coding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Inputs: the user ID, their follow/friend list and post timestamps.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Output: an ordered list of posts rendered to the feed.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Precondition: the user must be logged in and their profile loaded before a personalised feed can be built.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Caching: cache recently fetched posts so reopening the app is fast and server requests drop.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Trade-off of that cache: it can go stale, so it must be refreshed/invalidated periodically.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Reusable component: reuse an existing date/time-formatting or image-loading module instead of rewriting it, saving time and bugs.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flight-booking website is being planned. For its 'calculate total price' routine, identify two inputs and one output, state one precondition, and decide one value worth caching — giving one benefit and one trade-off of caching it in this scenario.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company is building three apps that all need date validation. Justify writing it as one reusable component rather than three copies, then explain one situation where a shared component could be a disadvantage.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In an online shop's 'place order' routine, classify: the customer's address, the confirmation email, validating the card number.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must a login routine run before the account page is shown, and what could go wrong if it didn't?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one benefit and one trade-off of caching currency rates on a booking site.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In an online shop's 'place order' routine, classify: the customer's address, the confirmation email, validating the card number.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Address = input; confirmation email = output; validating the card number = process (neither).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Why must a login routine run before the account page is shown, and what could go wrong if it didn't?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Authentication is a precondition; without it an unauthenticated user could see private data or the page could error on missing data.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State one benefit and one trade-off of caching currency rates on a booking site.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Benefit: rates load fast from local storage, reducing traffic. Trade-off: rates can go stale and quote out-of-date prices unless invalidated.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