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1.2.3 Software Development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Lesson deck — editable skeleton: adapt freely.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Compare the Waterfall, Agile, Extreme Programming, Spiral and RAD methodologies and their trade-offs.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Describe the stages of the software development lifecycle from analysis to evaluation.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Select and justify a suitable methodology for a given scenario using its clues.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List the four stages of compilation in order.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What is the difference between application and utility software?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Which methodology is linear and completes one stage before the next?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What is the defining feature of Agile?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During which lifecycle stage are requirements gathered and feasibility assessed?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List the four stages of compilation in order.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Lexical analysis, syntax analysis, code generation, code optimisation (interleaving 1.2.2).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What is the difference between application and utility software?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Application software performs a real-world user task; utility software maintains or optimises the computer itself (interleaving 1.2.2).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Which methodology is linear and completes one stage before the next?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Waterfall.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What is the defining feature of Agile?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Iterative increments with continuous client feedback so changing requirements can be absorbed.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During which lifecycle stage are requirements gathered and feasibility assessed?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Waterfall</a:t>
            </a:r>
            <a:r>
              <a:rPr sz="1800">
                <a:solidFill>
                  <a:srgbClr val="222222"/>
                </a:solidFill>
                <a:latin typeface="Calibri"/>
              </a:rPr>
              <a:t> — A linear, sequential methodology completing one stage fully before the next; suits fixed, clear requirements.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Agile</a:t>
            </a:r>
            <a:r>
              <a:rPr sz="1800">
                <a:solidFill>
                  <a:srgbClr val="222222"/>
                </a:solidFill>
                <a:latin typeface="Calibri"/>
              </a:rPr>
              <a:t> — An iterative methodology delivering increments with continuous client feedback; suits changing requirements.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Extreme programming</a:t>
            </a:r>
            <a:r>
              <a:rPr sz="1800">
                <a:solidFill>
                  <a:srgbClr val="222222"/>
                </a:solidFill>
                <a:latin typeface="Calibri"/>
              </a:rPr>
              <a:t> — An Agile variant adding pair programming, constant test-driven development and a customer in the team.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Spiral</a:t>
            </a:r>
            <a:r>
              <a:rPr sz="1800">
                <a:solidFill>
                  <a:srgbClr val="222222"/>
                </a:solidFill>
                <a:latin typeface="Calibri"/>
              </a:rPr>
              <a:t> — An iterative methodology with central risk analysis each loop; suits large, expensive, high-risk projects.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RAD</a:t>
            </a:r>
            <a:r>
              <a:rPr sz="1800">
                <a:solidFill>
                  <a:srgbClr val="222222"/>
                </a:solidFill>
                <a:latin typeface="Calibri"/>
              </a:rPr>
              <a:t> — Rapid application development using prototyping refined by user feedback; suits fast delivery or vague requirements.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Analysis</a:t>
            </a:r>
            <a:r>
              <a:rPr sz="1800">
                <a:solidFill>
                  <a:srgbClr val="222222"/>
                </a:solidFill>
                <a:latin typeface="Calibri"/>
              </a:rPr>
              <a:t> — The lifecycle stage that investigates the problem, gathers requirements and assesses feasibility.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Boundary data</a:t>
            </a:r>
            <a:r>
              <a:rPr sz="1800">
                <a:solidFill>
                  <a:srgbClr val="222222"/>
                </a:solidFill>
                <a:latin typeface="Calibri"/>
              </a:rPr>
              <a:t> — Test values at the edges of the acceptable range.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Evaluation</a:t>
            </a:r>
            <a:r>
              <a:rPr sz="1800">
                <a:solidFill>
                  <a:srgbClr val="222222"/>
                </a:solidFill>
                <a:latin typeface="Calibri"/>
              </a:rPr>
              <a:t> — Judging the finished system against the original requirements: effective, usable, robust, maintainable.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Methodologies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Waterfall is linear and sequential, one stage at a time, best when requirements are fixed and clear.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Agile delivers iterative increments with continuous client feedback, best when requirements may change.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Extreme programming adds pair programming, constant test-driven development and a customer in the team for high code quality.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Spiral centres on risk analysis each loop (large, high-risk projects); RAD centres on rapid prototyping (fast or vague projects).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Waterfall is simple and well documented but inflexible, with the client only seeing the product at the end.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Agile is flexible but produces less documentation and makes cost and time hard to predict.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XP gives very high quality but is staff-intensive; Spiral manages risk but is expensive and complex.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RAD is fast but needs skilled developers and committed users and can be less robust.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Lifecycle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Analysis: investigate the problem, gather requirements and assess feasibility.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Design: plan data structures, algorithms, the interface and the inputs/outputs and data formats.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Development/implementation: write the code in modules.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Testing then evaluation: test against requirements with normal, boundary and erroneous data (alpha/beta), then evaluate against the original requirements.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Testing and choosing a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Normal/valid data are typical in-range values that should be accepted.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Boundary data are values at the edges of the acceptable range.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Erroneous/invalid data are out-of-range values that should be rejected.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Methodology questions are AO2/AO3: justify against scenario clues such as budget, deadline, clarity of requirements and risk rather than just describing.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Choosing a methodology for a high-risk banking system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1. Read the scenario clues: large budget, high cost of failure, security-critical and long-lived.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2. Note that requirements are fairly known but the risk of expensive errors is the dominant concern.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3. Rule out Waterfall (no risk handling mid-project) and RAD (speed over robustness).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4. Select Spiral because each loop performs explicit risk analysis before continuing.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5. Justify: catching costly problems early on a high-cost project reduces the chance of expensive failure later.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6. Acknowledge the trade-off: Spiral is itself expensive and complex to manage, which the large budget can absorb.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Create a one-page revision table listing the five methodologies, one scenario each suits, and one strength and one weakness of each.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A startup is building a brand-new mobile app: requirements are unclear and expected to change, the budget is modest and the team is small but skilled. Recommend a methodology and justify it with at least three explicit links to these scenario clues, explaining why Waterfall would be unsuitable.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Name the three categories of test data with a one-line description of each.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Give one advantage and one disadvantage of Waterfall.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Why is Agile often better than Waterfall when requirements are unclear or likely to change?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Name the three categories of test data with a one-line description of each.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Normal/valid (typical in-range, accepted), boundary (at the edges of the range), erroneous/invalid (out of range, rejected).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Give one advantage and one disadvantage of Waterfall.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Advantage: simple and well documented; disadvantage: inflexible and the client only sees the product at the end.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Why is Agile often better than Waterfall when requirements are unclear or likely to change?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It works in iterative increments with continuous client feedback, so new or changed requirements are built into the next iteration rather than fixed at the start.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