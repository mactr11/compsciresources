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1.2.4 Types of Programming Language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what a programming paradigm is and describe the procedural and low-level (assembly) approaches.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the four addressing modes (immediate, direct, indirect, indexed) to determine the value loaded.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Define the key object-oriented concepts and apply inheritance and polymorphism to a scenario.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difference between a compiler and an interpreter?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methodology suits a project with unclear, changing requirements?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a programming paradigm?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does the LMC instruction BRZ xx do?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 immediate addressing, what does the operand hold?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difference between a compiler and an interpreter?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compiler translates all at once into a standalone executable; an interpreter translates and executes line by line at run time (interleaving 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methodology suits a project with unclear, changing requirements?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Agile, because it works in iterative increments with continuous client feedback (interleaving 1.2.3).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a programming paradigm?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style or approach to writing programs, chosen to make a problem easier to write, maintain or reuse.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does the LMC instruction BRZ xx do?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branches to address xx only if the Accumulator equals zero.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 immediate addressing, what does the operand hold?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actual value to be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Programming paradigm</a:t>
            </a:r>
            <a:r>
              <a:rPr sz="1800">
                <a:solidFill>
                  <a:srgbClr val="222222"/>
                </a:solidFill>
                <a:latin typeface="Calibri"/>
              </a:rPr>
              <a:t> — A style or approach to writing programs, picked to suit a problem.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Procedural</a:t>
            </a:r>
            <a:r>
              <a:rPr sz="1800">
                <a:solidFill>
                  <a:srgbClr val="222222"/>
                </a:solidFill>
                <a:latin typeface="Calibri"/>
              </a:rPr>
              <a:t> — A paradigm using sequence, selection and iteration organised into procedures/subroutines, specifying how.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Assembly language</a:t>
            </a:r>
            <a:r>
              <a:rPr sz="1800">
                <a:solidFill>
                  <a:srgbClr val="222222"/>
                </a:solidFill>
                <a:latin typeface="Calibri"/>
              </a:rPr>
              <a:t> — A low-level language using mnemonics, roughly one mnemonic per machine instruction, processor-specific.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Immediate addressing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The operand is the actual value to be used.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Direct addressing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The operand is the address that holds the value.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Indirect addressing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The operand is the address of a location that holds the address of the value (a pointer).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Inheritance</a:t>
            </a:r>
            <a:r>
              <a:rPr sz="1800">
                <a:solidFill>
                  <a:srgbClr val="222222"/>
                </a:solidFill>
                <a:latin typeface="Calibri"/>
              </a:rPr>
              <a:t> — A subclass acquiring the attributes and methods of a superclass, which it can extend or override.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Polymorphism</a:t>
            </a:r>
            <a:r>
              <a:rPr sz="1800">
                <a:solidFill>
                  <a:srgbClr val="222222"/>
                </a:solidFill>
                <a:latin typeface="Calibri"/>
              </a:rPr>
              <a:t> — The same method name behaving differently depending on the object, typically via overriding.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Paradigms and procedural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programming paradigm is a style or approach to writing a program; no one language suits every task.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Pick the paradigm that makes a problem easier to write, maintain or reuse.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Procedural code uses sequence, selection and iteration organised into procedures/subroutines and specifies how (Python, C, Pascal).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It contrasts with object-oriented code, which models the problem as interacting objects.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Assembly and the LMC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Assembly is low-level, using mnemonics such as ADD and STA, roughly one mnemonic per machine instruction and processor-specific.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It is used where speed, small size or direct hardware control matter, e.g. drivers and embedded systems.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Little Man Computer is a simple model CPU and instruction set for learning assembly and the FDE cycle.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Key LMC instructions: INP, OUT, STA, LDA, ADD, SUB, BRA (jump), BRZ (branch if zero), BRP (branch if &gt;= 0), DAT, HLT.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Addressing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Immediate: the operand is the actual value.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Direct: the operand is the address holding the value.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Indirect: the operand is the address of a location holding the address of the value (used for pointers).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Indexed: the effective address is a base address plus the contents of an index register (used for arrays).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Object-oriented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class is a template defining attributes and methods; an object is a specific instance created by instantiation.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An attribute is a variable (data/state) and a method is a subroutine (behaviour) of a class.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Encapsulation bundles data with its methods and hides the data (private attributes accessed via methods).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Inheritance lets a subclass acquire a superclass's members (DRY reuse); polymorphism lets the same method name behave differently per object.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Addressing-mode calculation for LDA 6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Given: address 6 holds the value 9, address 9 holds the value 4, and the index register holds 2.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Immediate: the operand IS the value, so the Accumulator is loaded with 6.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Direct: load the value held at address 6, which is 9.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Indirect: address 6 holds 9, so follow the pointer to address 9, whose value is 4.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Indexed: effective address = base 6 + index 2 = address 8, and the value is taken from address 8.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Key point: state which effective address each mode uses before reading its contents.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Given address 4 holds 7, address 7 holds 1 and the index register holds 3, state the value loaded by LDA 4 for immediate, direct and indirect modes, and give the effective address for indexed mode.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program models Car, Bus and Motorbike, which share speed and a move() method but display themselves differently. Explain how a Vehicle superclass, inheritance and overriding a display() method (polymorphism) would be used, and give one maintenance benefit of this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Define class, object and method.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For LDA 6 where address 6 holds 9 and address 9 holds 4, what is loaded in direct and in indirect mode?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encapsulation and one benefit it provides?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Define class, object and method.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Class: a template defining attributes and methods; object: a specific instance of a class; method: a subroutine of a class defining its behaviour.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For LDA 6 where address 6 holds 9 and address 9 holds 4, what is loaded in direct and in indirect mode?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Direct loads 9 (the value at address 6); indirect loads 4 (address 6 points to address 9, whose value is 4).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encapsulation and one benefit it provides?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Bundling data with its methods and hiding the data via private attributes; it protects data from invalid changes and eases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