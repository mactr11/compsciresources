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1.3.3 Networks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LANs and WANs, client-server and peer-to-peer networks, and star and mesh topologies.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packet vs circuit switching, the role of DNS, and the four layers of the TCP/IP stack.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the function of network hardware and security measures including switches, routers, firewalls and proxies.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device connects two different networks and routes using IP addresses?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role of DNS?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protocol is used to send email, and which two retrieve it?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(1.3.1): When you request a secure web page, how is the data protected in transit and what does HTTPS use?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(1.4.1): Why are IP addresses written in a form people rarely type directly?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device connects two different networks and routes using IP addresses?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router.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What is the role of DNS?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translates domain names into IP addresses.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protocol is used to send email, and which two retrieve it?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SMTP sends email; POP3 and IMAP retrieve it.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(1.3.1): When you request a secure web page, how is the data protected in transit and what does HTTPS use?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is encrypted; HTTPS uses asymmetric encryption to exchange a symmetric session key, then symmetric encryption for the bulk data.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(1.4.1): Why are IP addresses written in a form people rarely type directly?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IPv4 is a 32-bit number and IPv6 128-bit; DNS lets users type memorable domain names that are translated to these numeric addresses.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LAN</a:t>
            </a:r>
            <a:r>
              <a:rPr sz="1800">
                <a:solidFill>
                  <a:srgbClr val="222222"/>
                </a:solidFill>
                <a:latin typeface="Calibri"/>
              </a:rPr>
              <a:t> — Local Area Network: covers a small area on a single site where one organisation owns the hardware.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WAN</a:t>
            </a:r>
            <a:r>
              <a:rPr sz="1800">
                <a:solidFill>
                  <a:srgbClr val="222222"/>
                </a:solidFill>
                <a:latin typeface="Calibri"/>
              </a:rPr>
              <a:t> — Wide Area Network: spans a large geographic area using third-party infrastructure; the internet is the largest WAN.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Packet switching</a:t>
            </a:r>
            <a:r>
              <a:rPr sz="1800">
                <a:solidFill>
                  <a:srgbClr val="222222"/>
                </a:solidFill>
                <a:latin typeface="Calibri"/>
              </a:rPr>
              <a:t> — Data is split into packets routed independently across the network and reassembled at the destination.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Protocol</a:t>
            </a:r>
            <a:r>
              <a:rPr sz="1800">
                <a:solidFill>
                  <a:srgbClr val="222222"/>
                </a:solidFill>
                <a:latin typeface="Calibri"/>
              </a:rPr>
              <a:t> — A set of rules that governs how devices communicate.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DNS</a:t>
            </a:r>
            <a:r>
              <a:rPr sz="1800">
                <a:solidFill>
                  <a:srgbClr val="222222"/>
                </a:solidFill>
                <a:latin typeface="Calibri"/>
              </a:rPr>
              <a:t> — Domain Name System: translates domain names into IP addresses, using a hierarchical, cached structure.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MAC address</a:t>
            </a:r>
            <a:r>
              <a:rPr sz="1800">
                <a:solidFill>
                  <a:srgbClr val="222222"/>
                </a:solidFill>
                <a:latin typeface="Calibri"/>
              </a:rPr>
              <a:t> — A unique 48-bit hardware address held by a NIC, used at the link layer.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Switch</a:t>
            </a:r>
            <a:r>
              <a:rPr sz="1800">
                <a:solidFill>
                  <a:srgbClr val="222222"/>
                </a:solidFill>
                <a:latin typeface="Calibri"/>
              </a:rPr>
              <a:t> — Connects devices within a LAN and forwards frames using MAC addresses.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Router</a:t>
            </a:r>
            <a:r>
              <a:rPr sz="1800">
                <a:solidFill>
                  <a:srgbClr val="222222"/>
                </a:solidFill>
                <a:latin typeface="Calibri"/>
              </a:rPr>
              <a:t> — Connects different networks and forwards packets using IP addresses.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Network types and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LAN covers a small single site with organisation-owned hardware and high speed; a WAN spans cities or countries using third-party infrastructure.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Client-server: a server provides services to clients, giving central security and backup but a single point of failure; it scales well but costs more.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Peer-to-peer: all peers are equal (client and server), decentralised with no single point of failure, but harder to manage and secure.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internet is the largest WAN.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Internet structure and topologies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backbone provides high-capacity routes; ISPs provide access; each device has an IP address (IPv4 32-bit, IPv6 128-bit).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DNS translates domain names to IP addresses and is hierarchical and cached.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Star topology: devices connect to a central switch/hub; a single cable fault is isolated, but the central node is a single point of failure.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Mesh topology: multiple paths between nodes makes it resilient and fault-tolerant with no single point of failure, but wired mesh is expensive.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Packet vs circuit switching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Packet switching splits data into packets routed independently and reassembled at the destination; it is efficient and resilient and is used by the internet.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Circuit switching reserves one dedicated path for the whole communication (e.g. traditional phone).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Circuit switching guarantees bandwidth but wastes idle capacity.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Packet switching is more resilient: if a route or node fails, packets are re-routed around it so the communication still gets through.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TCP/IP stack and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Data passes down the layers when sending and up when receiving; each layer adds or removes a header.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Application (HTTP, HTTPS, FTP, SMTP, POP3, IMAP, DNS) provides services to user apps; Transport (TCP, UDP) splits data into packets and manages ports and end-to-end delivery.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Network/Internet (IP) adds source/destination IP addresses and routes packets; Link/Data link (Ethernet, Wi-Fi) handles the physical connection and adds the MAC address.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HTTP serves web pages, HTTPS is encrypted HTTP (TLS/SSL), FTP transfers files; SMTP sends mail, POP3 downloads and removes it, IMAP keeps it on the server and syncs.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Hardware and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NIC connects a device and holds its MAC address; a switch connects devices within a LAN (MAC); a router connects different networks (IP); a WAP gives wireless access to a wired network.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firewall controls traffic by rules/packet filtering.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 proxy is an intermediary that can hide the user's IP, cache pages and filter or log traffic.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Encryption protects data while it is in transit.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Requesting a secure web page across the internet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The user types a domain name into the browser and requests a secure page.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DNS translates the domain name into the server's IP address, querying DNS servers with results possibly cached.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The browser sends a request to that IP address using HTTPS so the data is encrypted in transit.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At the transport layer the data is split into packets, each given a header with sequence number and ports.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The network layer adds source/destination IP addresses and packets are routed independently across the network.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Hardware such as routers (and switches/NICs) forward the packets between networks using IP, and they are reassembled in order at the destination.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Match each description to its TCP/IP layer: (A) adds the MAC address and handles the physical connection; (B) adds source and destination IP addresses and routes packets; (C) splits data into packets and manages ports and end-to-end delivery; (D) provides services for user applications such as HTTP and SMTP.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company is choosing between a star and a mesh topology for a building where reliability is critical but budget is limited. Recommend a topology, justify it using single point of failure, fault tolerance and cost, and explain one trade-off of your choice.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Explain the difference between a switch and a router.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reason packet switching is more resilient than circuit switching.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Describe what a proxy server does and give one benefit.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Explain the difference between a switch and a router.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switch connects devices within a single LAN and forwards frames using MAC addresses; a router connects different networks (e.g. a LAN to the internet) and forwards packets using IP addresses.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reason packet switching is more resilient than circuit switching.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Packets are routed independently along different routes, so if one route or node fails packets can be re-routed around it and the communication still gets through.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Describe what a proxy server does and give one benefit.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acts as an intermediary forwarding requests and responses between client and server; a benefit is hiding the user's IP, caching pages to speed up access, or filtering/logging traffic.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