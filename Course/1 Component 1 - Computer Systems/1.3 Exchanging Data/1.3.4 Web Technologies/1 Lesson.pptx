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1.3.4 Web Technologies</a:t>
            </a:r>
          </a:p>
          <a:p>
            <a:r>
              <a:rPr sz="2000" b="0" i="0">
                <a:solidFill>
                  <a:srgbClr val="BED3EC"/>
                </a:solidFill>
                <a:latin typeface="Calibri"/>
              </a:rPr>
              <a:t>OCR H446 — Component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9AB4D6"/>
                </a:solidFill>
                <a:latin typeface="Calibri"/>
              </a:rPr>
              <a:t>Lesson deck — editable skeleton: adapt freely.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By the end of this lesson you can: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Explain the roles of HTML, CSS and JavaScript and how CSS selectors target tags, classes and ids.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Describe how search engines index pages and how the PageRank algorithm ranks them.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Compare client-side and server-side processing and justify where each should be used.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Do Now — retrieval starter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What is the role of HTML, CSS and JavaScript in a web page?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In PageRank, what does a link from one page to another represent?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Why must security-critical validation also run server-side?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4. Interleaving (1.3.3): When a JavaScript form submits to a web server, which application-layer protocols typically carry the request?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5. Interleaving (1.3.1): Why is the client-side source of a web page not a safe place to store a secret key?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Do Now —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What is the role of HTML, CSS and JavaScript in a web page?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HTML defines structure and content, CSS defines presentation/style, and JavaScript provides interactivity/behaviour.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In PageRank, what does a link from one page to another represent?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A 'vote' for the linked page's importance; votes from high-ranking pages are worth more.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Why must security-critical validation also run server-side?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Client-side checks can be viewed and bypassed by the user, so they are not secure on their own.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4. Interleaving (1.3.3): When a JavaScript form submits to a web server, which application-layer protocols typically carry the request?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HTTP, or HTTPS when the connection is encrypted.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5. Interleaving (1.3.1): Why is the client-side source of a web page not a safe place to store a secret key?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Client-side code can be viewed in the browser, so any embedded key could be read; secrets must stay server-side, and sensitive data should be hashed or encrypted.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Key terminology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b="1" sz="2000">
                <a:solidFill>
                  <a:srgbClr val="1A365D"/>
                </a:solidFill>
                <a:latin typeface="Calibri"/>
              </a:rPr>
              <a:t>HTML</a:t>
            </a:r>
            <a:r>
              <a:rPr sz="1800">
                <a:solidFill>
                  <a:srgbClr val="222222"/>
                </a:solidFill>
                <a:latin typeface="Calibri"/>
              </a:rPr>
              <a:t> — HyperText Markup Language: defines the structure and content of a web page.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CSS</a:t>
            </a:r>
            <a:r>
              <a:rPr sz="1800">
                <a:solidFill>
                  <a:srgbClr val="222222"/>
                </a:solidFill>
                <a:latin typeface="Calibri"/>
              </a:rPr>
              <a:t> — Cascading Style Sheets: defines presentation and style such as colour, font and layout.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JavaScript</a:t>
            </a:r>
            <a:r>
              <a:rPr sz="1800">
                <a:solidFill>
                  <a:srgbClr val="222222"/>
                </a:solidFill>
                <a:latin typeface="Calibri"/>
              </a:rPr>
              <a:t> — A language providing client-side interactivity and behaviour such as events, validation and dynamic updates.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CSS selector</a:t>
            </a:r>
            <a:r>
              <a:rPr sz="1800">
                <a:solidFill>
                  <a:srgbClr val="222222"/>
                </a:solidFill>
                <a:latin typeface="Calibri"/>
              </a:rPr>
              <a:t> — Targets elements to style: a bare name selects by tag, '.' selects by class, '#' selects by id.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Web crawler</a:t>
            </a:r>
            <a:r>
              <a:rPr sz="1800">
                <a:solidFill>
                  <a:srgbClr val="222222"/>
                </a:solidFill>
                <a:latin typeface="Calibri"/>
              </a:rPr>
              <a:t> — A spider that follows links and reads pages so the search engine can build its index.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Index</a:t>
            </a:r>
            <a:r>
              <a:rPr sz="1800">
                <a:solidFill>
                  <a:srgbClr val="222222"/>
                </a:solidFill>
                <a:latin typeface="Calibri"/>
              </a:rPr>
              <a:t> — A mapping of keywords to the pages they appear on, allowing fast retrieval and ranking by relevance.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PageRank</a:t>
            </a:r>
            <a:r>
              <a:rPr sz="1800">
                <a:solidFill>
                  <a:srgbClr val="222222"/>
                </a:solidFill>
                <a:latin typeface="Calibri"/>
              </a:rPr>
              <a:t> — An algorithm that ranks pages by importance based on the number and rank of incoming links.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Damping factor</a:t>
            </a:r>
            <a:r>
              <a:rPr sz="1800">
                <a:solidFill>
                  <a:srgbClr val="222222"/>
                </a:solidFill>
                <a:latin typeface="Calibri"/>
              </a:rPr>
              <a:t> — A value (~0.85) modelling the probability a random surfer keeps following links, ensuring PageRank converges.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HTML, CSS and JavaScript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HTML defines the structure and content: headings, paragraphs, links and images.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CSS defines presentation and style: colour, font and layout.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CSS selectors target elements: a bare name by tag, '.class' by class and '#id' by id.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JavaScript provides interactivity and behaviour, usually client-side: events, validation and dynamic updates.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Search engine indexing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A web crawler/spider follows links and reads/visits pages across the web.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The engine builds an index mapping keywords to the pages they appear on for fast retrieval.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Results are then ranked by relevance to the search query.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Indexing makes searching fast because pages are pre-processed rather than searched live.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PageRank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PageRank ranks pages by importance derived from incoming links; each link is a 'vote'.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Links from high-ranking pages are worth more, and a page divides its rank across its outgoing links.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The damping factor (~0.85) models a random surfer who keeps following links rather than jumping randomly, preventing unrealistic or looping ranks.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It is calculated iteratively, recalculating ranks using the latest values until they converge (stop changing significantly).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Client-side vs server-side 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Client-side runs in the user's browser: fast and immediate, reduces server load, but is insecure as it can be viewed and bypassed.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Server-side runs on the web server: secure and hidden, but slower (a round trip) and increases server load.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Client-side example: JavaScript form validation for instant feedback; server-side example: database queries, login or payment checks.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Security-critical checks must run server-side even if a client-side check also exists, because the client cannot be trusted.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Worked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Deciding client-side vs server-side for a checkout form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1. A checkout form checks the email address format and then verifies payment details.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2. The email format check is simple and not security-critical, so do it client-side for instant feedback.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3. Client-side validation also reduces server load because no round trip is needed for a simple check.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4. Payment verification is security-critical, so it must be server-side because client-side code can be viewed and bypassed.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5. The bank's records and logic must stay hidden on the server, so verification cannot be trusted to the browser.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6. Conclusion: server-side is more secure but slower and adds load — an acceptable trade-off for sensitive payment data.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1">
                <a:solidFill>
                  <a:srgbClr val="2B6CB0"/>
                </a:solidFill>
                <a:latin typeface="Calibri"/>
              </a:rPr>
              <a:t>Task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For each task, state whether it is best done client-side or server-side and give a one-line reason: (a) highlighting a menu item on hover, (b) checking a username and password against a database, (c) showing an instant 'passwords do not match' message, (d) calculating an order total that affects what the customer is charged.</a:t>
            </a:r>
          </a:p>
          <a:p>
            <a:r>
              <a:rPr sz="2400" b="1">
                <a:solidFill>
                  <a:srgbClr val="B76E00"/>
                </a:solidFill>
                <a:latin typeface="Calibri"/>
              </a:rPr>
              <a:t>Challenge / stretch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Explain why a PageRank calculation needs both a damping factor and iteration. Describe what would go wrong with ranking if either were removed, using the ideas of a random surfer and convergence.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Exit ticket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What does it mean that PageRank is calculated iteratively, and when does it stop?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Give one advantage and one disadvantage of client-side over server-side processing.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What does a '#' CSS selector target, and what do '.' and a bare name target?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Exit ticket —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What does it mean that PageRank is calculated iteratively, and when does it stop?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Each page's rank is recalculated repeatedly using the latest rank values of the pages linking to it, and it stops when the values stop changing significantly (converge).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Give one advantage and one disadvantage of client-side over server-side processing.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Advantage: faster/immediate response and reduced server load. Disadvantage: insecure as it can be viewed/bypassed, and it depends on the user's browser/device.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What does a '#' CSS selector target, and what do '.' and a bare name target?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'#' targets an element by its id; '.' targets by class; a bare name targets by tag.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