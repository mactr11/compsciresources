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1.4.3 Boolean Algebra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Construct truth tables for logic gates and combined expressions, including AND, OR, XOR, NAND and NOR.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Simplify Boolean expressions using identities, De Morgan's laws and Karnaugh maps.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the operation of half adders, full adders and D-type flip-flops, distinguishing combinational and sequential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two gates are described as universal?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State De Morgan's law for NOT(A + B).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does a D-type flip-flop do?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(1.4.1): What is the place value of the MSB in an 8-bit two's complement number?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(1.4.2): Which BST traversal outputs nodes in ascending order?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two gates are described as universal?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NAND and NOR.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State De Morgan's law for NOT(A + B).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NOT(A + B) = NOT A AND NOT B (break the bar and swap OR for AND).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does a D-type flip-flop do?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stores one bit of data on an active clock edge and presents it at Q until the next edge.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(1.4.1): What is the place value of the MSB in an 8-bit two's complement number?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-128.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(1.4.2): Which BST traversal outputs nodes in ascending order?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In-order (left, root, right).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Truth table</a:t>
            </a:r>
            <a:r>
              <a:rPr sz="1800">
                <a:solidFill>
                  <a:srgbClr val="222222"/>
                </a:solidFill>
                <a:latin typeface="Calibri"/>
              </a:rPr>
              <a:t> — A table listing the output of a logic expression for every possible combination of input values.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XOR</a:t>
            </a:r>
            <a:r>
              <a:rPr sz="1800">
                <a:solidFill>
                  <a:srgbClr val="222222"/>
                </a:solidFill>
                <a:latin typeface="Calibri"/>
              </a:rPr>
              <a:t> — Exclusive-OR gate that outputs 1 only when its inputs differ, written A XOR B.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Universal gate</a:t>
            </a:r>
            <a:r>
              <a:rPr sz="1800">
                <a:solidFill>
                  <a:srgbClr val="222222"/>
                </a:solidFill>
                <a:latin typeface="Calibri"/>
              </a:rPr>
              <a:t> — A gate from which any logic circuit can be built; NAND and NOR are universal.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 Morgan's laws</a:t>
            </a:r>
            <a:r>
              <a:rPr sz="1800">
                <a:solidFill>
                  <a:srgbClr val="222222"/>
                </a:solidFill>
                <a:latin typeface="Calibri"/>
              </a:rPr>
              <a:t> — NOT(A.B) = NOT A + NOT B and NOT(A+B) = NOT A . NOT B; break the bar and swap AND with OR, negating each variable.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Absorption law</a:t>
            </a:r>
            <a:r>
              <a:rPr sz="1800">
                <a:solidFill>
                  <a:srgbClr val="222222"/>
                </a:solidFill>
                <a:latin typeface="Calibri"/>
              </a:rPr>
              <a:t> — A + A.B = A and A.(A+B) = A; a redundant term is absorbed.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Half adder</a:t>
            </a:r>
            <a:r>
              <a:rPr sz="1800">
                <a:solidFill>
                  <a:srgbClr val="222222"/>
                </a:solidFill>
                <a:latin typeface="Calibri"/>
              </a:rPr>
              <a:t> — A circuit adding two bits with no carry-in: Sum = A XOR B, Carry = A . B.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Full adder</a:t>
            </a:r>
            <a:r>
              <a:rPr sz="1800">
                <a:solidFill>
                  <a:srgbClr val="222222"/>
                </a:solidFill>
                <a:latin typeface="Calibri"/>
              </a:rPr>
              <a:t> — A circuit adding three bits (A, B, Cin): Sum = A XOR B XOR Cin, Cout = (A.B) + (Cin.(A XOR B)); chained to form a ripple-carry adder.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D-type flip-flop</a:t>
            </a:r>
            <a:r>
              <a:rPr sz="1800">
                <a:solidFill>
                  <a:srgbClr val="222222"/>
                </a:solidFill>
                <a:latin typeface="Calibri"/>
              </a:rPr>
              <a:t> — An edge-triggered 1-bit memory (sequential logic) that stores input D on a clock edge and synchronises data to the clock.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Logic gates and truth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AND outputs 1 only when both inputs are 1; OR outputs 1 when at least one input is 1.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XOR outputs 1 when inputs differ; NAND is NOT(A.B) and NOR is NOT(A+B), the negations of AND and OR.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NAND and NOR are universal, meaning any circuit can be built from copies of either gate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Boolean identities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Identity and null: A.1 = A, A+0 = A, A.0 = 0, A+1 = 1.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Idempotent A.A = A, complement A.NOT A = 0 and A + NOT A = 1, double negation NOT(NOT A) = A.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Distributive A.(B+C) = A.B + A.C, and absorption A + A.B = A help reduce expressions.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De Morgan's laws and K-maps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De Morgan's: break the bar, change the operator (AND to OR or OR to AND) and negate each variable, then tidy with double negation.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K-maps plot outputs in a grid where adjacent cells differ by one variable.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Group adjacent 1s in powers of two (1, 2, 4, 8...), as large as possible, allowing wrap-around and overlap, to read off a minimal sum-of-products.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Adders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half adder adds two bits with no carry-in: Sum = A XOR B, Carry = A . B.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full adder adds three bits: Sum = A XOR B XOR Cin, Cout = (A.B) + (Cin.(A XOR B)).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Full adders are chained so each carry-out feeds the next column's carry-in, forming a ripple-carry adder for multi-bit numbers.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Combinational vs sequential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Combinational logic outputs depend only on the current inputs, e.g. gates and adders.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Sequential logic outputs depend on inputs plus stored state, e.g. circuits using flip-flops.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D-type flip-flop is edge-triggered 1-bit memory used in registers, counters and memory cells to synchronise data to a clock.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Simplifying NOT(NOT A + B) with De Morgan's law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Start with the expression NOT(NOT A + B), which has an outer bar over an OR.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Apply De Morgan's to the outer bar: break the bar and change OR to AND, negating each term, giving NOT(NOT A) . NOT B.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Apply double negation to the first term: NOT(NOT A) = A.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The expression becomes A . NOT B.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Check with a truth table: NOT(NOT A + B) is 1 only when A=1 and B=0, which is exactly when A . NOT B = 1, confirming the result.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Final simplified form: A . NOT 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Complete the truth table for Q = NOT(A.B) + (A.C) over all eight input combinations of A, B and C, and identify the only row where Q = 0.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Give the Boolean expressions for the Sum and Cout of a full adder, then explain how it differs from a half adder and why full adders (not half adders) are needed to add multi-bit binary numbers.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Rewrite NOT(A.B) using De Morgan's law.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are the Sum and Carry outputs of a half adder when A=1 and B=1?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Simplify A.(A+B) and name the law used.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Rewrite NOT(A.B) using De Morgan's law.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NOT A + NOT B.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are the Sum and Carry outputs of a half adder when A=1 and B=1?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Sum = 0 and Carry = 1 (binary 10), since Sum = A XOR B and Carry = A . B.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Simplify A.(A+B) and name the law used.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simplifies to A by the Absorption law.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