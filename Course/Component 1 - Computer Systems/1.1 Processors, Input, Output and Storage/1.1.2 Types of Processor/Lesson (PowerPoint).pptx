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1.1.2 Types of Processor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and compare Von Neumann and Harvard architectures, including the modified/hybrid form used in modern CPUs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differences between CISC and RISC processors and where each is used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knowledge of GPUs, multicore and parallel processing to justify a processor choice for a given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key feature of the Von Neumann architecture?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architecture can fetch an instruction at the same time as reading/writing data,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 a CISC processor, where is the complexity of executing instructions mainly handled?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1.1.1, why does adding more cores not always improve performance?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1.1.1, what does the width of the address bus determine?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the key feature of the Von Neumann architecture?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single shared memory and bus for both data and instructions.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Which architecture can fetch an instruction at the same time as reading/writing data,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Harvard, because it has separate memories and buses for instructions and data.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In a CISC processor, where is the complexity of executing instructions mainly handled?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 the hardware (microcode), whereas RISC pushes complexity to the software/compiler.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1.1.1, why does adding more cores not always improve performance?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Only if the task can be parallelised and the software supports it; sequential or dependent tasks gain little.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1.1.1, what does the width of the address bus determine?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maximum number of addressable memory locations, calculated as 2^n.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Von Neumann</a:t>
            </a:r>
            <a:r>
              <a:rPr sz="1800">
                <a:solidFill>
                  <a:srgbClr val="222222"/>
                </a:solidFill>
                <a:latin typeface="Calibri"/>
              </a:rPr>
              <a:t> — Architecture with one shared memory and bus for both data and instructions; simple and flexible but prone to a bottleneck.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Harvard</a:t>
            </a:r>
            <a:r>
              <a:rPr sz="1800">
                <a:solidFill>
                  <a:srgbClr val="222222"/>
                </a:solidFill>
                <a:latin typeface="Calibri"/>
              </a:rPr>
              <a:t> — Architecture with separate memories and buses for data and instructions, allowing simultaneous fetch and data access.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Modified Harvard</a:t>
            </a:r>
            <a:r>
              <a:rPr sz="1800">
                <a:solidFill>
                  <a:srgbClr val="222222"/>
                </a:solidFill>
                <a:latin typeface="Calibri"/>
              </a:rPr>
              <a:t> — Hybrid used in modern CPUs: unified main memory but separate L1 instruction and data caches.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CISC</a:t>
            </a:r>
            <a:r>
              <a:rPr sz="1800">
                <a:solidFill>
                  <a:srgbClr val="222222"/>
                </a:solidFill>
                <a:latin typeface="Calibri"/>
              </a:rPr>
              <a:t> — Complex Instruction Set Computer; many complex variable-length instructions with complexity in hardware; used in x86 desktops.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RISC</a:t>
            </a:r>
            <a:r>
              <a:rPr sz="1800">
                <a:solidFill>
                  <a:srgbClr val="222222"/>
                </a:solidFill>
                <a:latin typeface="Calibri"/>
              </a:rPr>
              <a:t> — Reduced Instruction Set Computer; few simple fixed-length instructions aiming for one cycle each; used in ARM mobile/embedded.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GPU</a:t>
            </a:r>
            <a:r>
              <a:rPr sz="1800">
                <a:solidFill>
                  <a:srgbClr val="222222"/>
                </a:solidFill>
                <a:latin typeface="Calibri"/>
              </a:rPr>
              <a:t> — Many-core processor that applies the same operation to large blocks of data in parallel (data parallelism).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GPGPU</a:t>
            </a:r>
            <a:r>
              <a:rPr sz="1800">
                <a:solidFill>
                  <a:srgbClr val="222222"/>
                </a:solidFill>
                <a:latin typeface="Calibri"/>
              </a:rPr>
              <a:t> — General-purpose computing on a GPU for non-graphics tasks such as machine learning, simulation and hashing.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Parallel processing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Carrying out multiple computations simultaneously by splitting a task across 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Von Neumann vs Harvard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Von Neumann uses one shared memory and bus for data and instructions; Harvard uses separate memories and buses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Von Neumann can suffer a bottleneck (cannot fetch an instruction and access data at once); Harvard can do both simultaneously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Von Neumann is simpler, cheaper and more flexible (general-purpose PCs); Harvard is more complex and costly (embedded, microcontrollers, DSPs)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Modified (hybrid) Harvard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Modern CPUs combine both: a single unified main memory like Von Neumann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But separate L1 instruction and data caches like Harvard, close to the core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This gives some simultaneous-access benefit while keeping cost and flexibility manageable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CISC vs RISC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CISC has many complex, variable-length, multi-cycle instructions with complexity in hardware; RISC has few simple, fixed-length instructions aiming for one cycle each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RISC is easier to pipeline and uses less power, making it ideal for battery devices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Typical use: CISC in x86 desktops/laptops; RISC in ARM mobile phones and embedded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GPUs and parallel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GPU has thousands of small cores applying the same operation to large data sets in parallel (data parallelism)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Uses include rendering pixels/vertices for 3D graphics and GPGPU tasks like ML training, simulation and crypto hashing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Multicore CPUs run several independent cores; tasks parallelise poorly with data dependency, coordination overhead or an inherently sequential algorithm (limited by the serial fraction)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CPU vs GPU for a data-parallel workload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Identify the workload: the same calculation applied to millions of independent data points with little branching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Recognise this as highly data-parallel, which suits many small cores working simultaneously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Match to a GPU: thousands of cores maximise throughput across the data points in parallel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Note the caveat: the software must be written to use the GPU, and very branchy/dependent code would suit a CPU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Conclude with justification: the GPU is the better choice here because it processes far more data points at once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Produce a comparison table for Von Neumann vs Harvard and CISC vs RISC, then write one or two sentences each on where each architecture is typically used and why.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program sorts a list and then searches it, and the search cannot begin until the sort finishes. Explain, using the terms data dependency and serial fraction, why running this on a multicore CPU gives only limited speed-up.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can a Harvard architecture be faster than Von Neumann?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reason RISC is preferred in mobile phones.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GPU faster than a CPU for rendering 3D graphics?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can a Harvard architecture be faster than Von Neumann?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Separate memories/buses let it fetch an instruction and access data simultaneously, avoiding the Von Neumann bottleneck.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reason RISC is preferred in mobile phones.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uses lower power (simple fixed-length instructions), extending battery life; it is also easier to pipeline.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is a GPU faster than a CPU for rendering 3D graphics?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has thousands of small cores that process many pixels/vertices in parallel rather than sequentially.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