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1.1.3 Input, Output and Storage Devices</a:t>
            </a:r>
          </a:p>
          <a:p>
            <a:r>
              <a:rPr sz="2000" b="0" i="0">
                <a:solidFill>
                  <a:srgbClr val="BED3EC"/>
                </a:solidFill>
                <a:latin typeface="Calibri"/>
              </a:rPr>
              <a:t>OCR H446 — Component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035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AB4D6"/>
                </a:solidFill>
                <a:latin typeface="Calibri"/>
              </a:rPr>
              <a:t>Lesson deck — editable skeleton: adapt freely.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By the end of this lesson you can: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Describe how magnetic, flash/solid-state and optical storage work and compare their pros and cons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Explain the differences between RAM and ROM and how virtual memory and virtual/cloud storage work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Apply device characteristics to justify suitable input, output and storage choices for a given scenario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retrieval starter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How does a magnetic hard disk drive (HDD) store data?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Which storage type uses a laser to detect pits and lands?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State two differences between RAM and ROM.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From 1.1.1, what is cache memory and how does it differ from RAM?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From 1.1.2, name one GPGPU use of a GPU.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How does a magnetic hard disk drive (HDD) store data?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By magnetising patterns/polarity on a spinning platter, read and written by a read/write head.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Which storage type uses a laser to detect pits and lands?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Optical storage (CD/DVD/Blu-ray).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State two differences between RAM and ROM.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RAM is volatile and read/write holding running programs; ROM is non-volatile and normally read-only holding bootstrap/BIOS firmware.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From 1.1.1, what is cache memory and how does it differ from RAM?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Small very fast memory on/near the CPU holding frequently used data; it is separate from and faster than main RAM.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From 1.1.2, name one GPGPU use of a GPU.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Machine learning/neural network training (or simulation, image processing, crypto hashing).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Key terminology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2000">
                <a:solidFill>
                  <a:srgbClr val="1A365D"/>
                </a:solidFill>
                <a:latin typeface="Calibri"/>
              </a:rPr>
              <a:t>Magnetic storage</a:t>
            </a:r>
            <a:r>
              <a:rPr sz="1800">
                <a:solidFill>
                  <a:srgbClr val="222222"/>
                </a:solidFill>
                <a:latin typeface="Calibri"/>
              </a:rPr>
              <a:t> — Stores data as magnetised patterns on a spinning platter or tape; huge capacity and low cost per GB but slow and fragile.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Flash/SSD</a:t>
            </a:r>
            <a:r>
              <a:rPr sz="1800">
                <a:solidFill>
                  <a:srgbClr val="222222"/>
                </a:solidFill>
                <a:latin typeface="Calibri"/>
              </a:rPr>
              <a:t> — EEPROM-based storage that traps electrons in cells with no moving parts; fast, silent, durable but costlier per GB with finite write cycles.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Optical storage</a:t>
            </a:r>
            <a:r>
              <a:rPr sz="1800">
                <a:solidFill>
                  <a:srgbClr val="222222"/>
                </a:solidFill>
                <a:latin typeface="Calibri"/>
              </a:rPr>
              <a:t> — Uses a laser to detect pits and lands on a disc; cheap and portable but low capacity and slow.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Volatile</a:t>
            </a:r>
            <a:r>
              <a:rPr sz="1800">
                <a:solidFill>
                  <a:srgbClr val="222222"/>
                </a:solidFill>
                <a:latin typeface="Calibri"/>
              </a:rPr>
              <a:t> — Loses its contents when power is removed, e.g. RAM.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ROM</a:t>
            </a:r>
            <a:r>
              <a:rPr sz="1800">
                <a:solidFill>
                  <a:srgbClr val="222222"/>
                </a:solidFill>
                <a:latin typeface="Calibri"/>
              </a:rPr>
              <a:t> — Read Only Memory; non-volatile, normally read-only, typically holding the bootstrap loader/BIOS firmware.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Virtual memory</a:t>
            </a:r>
            <a:r>
              <a:rPr sz="1800">
                <a:solidFill>
                  <a:srgbClr val="222222"/>
                </a:solidFill>
                <a:latin typeface="Calibri"/>
              </a:rPr>
              <a:t> — Use of secondary storage (a swap/paging file) as extra RAM when physical RAM is full, moving pages in and out.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Disk thrashing</a:t>
            </a:r>
            <a:r>
              <a:rPr sz="1800">
                <a:solidFill>
                  <a:srgbClr val="222222"/>
                </a:solidFill>
                <a:latin typeface="Calibri"/>
              </a:rPr>
              <a:t> — Excessive paging where the system spends most of its time swapping pages rather than doing useful work, slowing it dramatically.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Cloud/virtual storage</a:t>
            </a:r>
            <a:r>
              <a:rPr sz="1800">
                <a:solidFill>
                  <a:srgbClr val="222222"/>
                </a:solidFill>
                <a:latin typeface="Calibri"/>
              </a:rPr>
              <a:t> — Remote storage on networked servers, accessible anywhere, scalable and off-site, but needing internet with ongoing cost and security concerns.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Three storage technologies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Magnetic (HDD, tape): magnetised patterns on a platter/tape; huge capacity, low cost per GB, but slow, fragile and noisy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Flash/SSD (SSD, USB, SD): traps electrons in EEPROM cells with no moving parts; fast, silent, durable, portable, but costlier per GB with finite write cycles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Optical (CD/DVD/Blu-ray): laser detects pits and lands; very cheap and portable with long shelf life, but low capacity and slow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Access methods and secondary storage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Secondary storage is non-volatile, retaining data without power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Tape is serial access, ideal for cheap high-capacity archive/backup but poor for random access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HDD and SSD offer direct/random access; flash uses wear levelling to spread writes across cells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RAM vs ROM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RAM is volatile (lost on power off), read and written, and holds running programs and data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ROM is non-volatile, normally read-only, and holds the bootstrap/BIOS firmware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Both are primary memory, distinct from slower secondary storage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Virtual memory and cloud storage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Virtual memory: when RAM is full the OS moves less-used pages to a swap/paging file on disk and back as needed, letting larger programs run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Drawback: disk is far slower than RAM, so heavy paging causes disk thrashing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Virtual/cloud storage: remote networked servers giving access anywhere, scalable capacity and off-site backup, but needing internet with ongoing cost and security concerns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Justifying a device choice against a scenario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1. Read the requirements carefully: portable storage for large video files, frequently rewritten, fast transfer, durable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2. Match each requirement to a characteristic rather than listing generic pros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3. Choose flash/SSD (external SSD or USB flash drive) as the recommendation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4. Justify: no moving parts gives durability and portability; high transfer speeds suit large video files; easily rewritable for frequent changes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5. Compare against an alternative (e.g. an HDD is cheaper per GB but slower and fragile when carried), then state the conclusion linked to the scenario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2B6CB0"/>
                </a:solidFill>
                <a:latin typeface="Calibri"/>
              </a:rPr>
              <a:t>Task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Give students three short scenarios (e.g. high-volume office printing, occasional home photo printing, long-term cheap archive). For each, recommend a device/storage type and justify it by linking specific characteristics to the stated requirements.</a:t>
            </a:r>
          </a:p>
          <a:p>
            <a:r>
              <a:rPr sz="2400" b="1">
                <a:solidFill>
                  <a:srgbClr val="B76E00"/>
                </a:solidFill>
                <a:latin typeface="Calibri"/>
              </a:rPr>
              <a:t>Challenge / stretch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Write a five-mark style answer recommending a printer for both a busy office and an occasional home photo user, using comparison language (whereas) so every characteristic is tied to a requirement and a justified judgement is reached.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Why is flash/SSD storage more durable than a magnetic HDD?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What does volatile mean, and which of RAM/ROM is volatile?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Define disk thrashing.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Why is flash/SSD storage more durable than a magnetic HDD?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It has no moving parts, so it is shock-resistant as well as faster, silent and lower power.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What does volatile mean, and which of RAM/ROM is volatile?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Volatile means contents are lost when power is removed; RAM is volatile, ROM is non-volatile.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Define disk thrashing.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When excessive paging means the system spends most of its time swapping pages in and out of disk rather than doing useful work.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