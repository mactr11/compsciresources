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1.1.1 Structure and Function of the Processor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the function of the ALU, Control Unit, registers (PC, MAR, MDR, CIR, ACC) and the three system buses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the stages of the fetch-decode-execute cycle and how registers and buses interact during it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Apply the factors affecting CPU performance (clock speed, cores, cache, pipelining) to compare processors for a given scenario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register always holds the address of the next instruction to be fetched?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State the difference between the MAR and the MDR.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Is the address bus unidirectional or bidirectional, and in which direction does it carry signals?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Convert the denary number 25 to 8-bit binary (interleaves 1.2/1.4 number work).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Name one example each of an input and an output device (interleaves 1.1.3).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register always holds the address of the next instruction to be fetched?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Program Counter (PC), which is incremented each cycle.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State the difference between the MAR and the MDR.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MAR holds the address of a memory location to read/write; the MDR holds the data or instruction itself.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Is the address bus unidirectional or bidirectional, and in which direction does it carry signals?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Unidirectional, carrying memory addresses from the CPU to memory only.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Convert the denary number 25 to 8-bit binary (interleaves 1.2/1.4 number work).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00011001.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Name one example each of an input and an output device (interleaves 1.1.3).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Input: keyboard/mouse/microphone; Output: monitor/printer/speakers/actuator.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ALU</a:t>
            </a:r>
            <a:r>
              <a:rPr sz="1800">
                <a:solidFill>
                  <a:srgbClr val="222222"/>
                </a:solidFill>
                <a:latin typeface="Calibri"/>
              </a:rPr>
              <a:t> — Arithmetic Logic Unit; performs arithmetic, logic and shift operations, placing the result in the accumulator.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Control Unit (CU)</a:t>
            </a:r>
            <a:r>
              <a:rPr sz="1800">
                <a:solidFill>
                  <a:srgbClr val="222222"/>
                </a:solidFill>
                <a:latin typeface="Calibri"/>
              </a:rPr>
              <a:t> — Decodes instructions, generates control signals and synchronises the CPU with the clock.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PC</a:t>
            </a:r>
            <a:r>
              <a:rPr sz="1800">
                <a:solidFill>
                  <a:srgbClr val="222222"/>
                </a:solidFill>
                <a:latin typeface="Calibri"/>
              </a:rPr>
              <a:t> — Program Counter; holds the address of the next instruction to be fetched, incremented each cycle.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MAR</a:t>
            </a:r>
            <a:r>
              <a:rPr sz="1800">
                <a:solidFill>
                  <a:srgbClr val="222222"/>
                </a:solidFill>
                <a:latin typeface="Calibri"/>
              </a:rPr>
              <a:t> — Memory Address Register; holds the address of the location to be read from or written to.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MDR</a:t>
            </a:r>
            <a:r>
              <a:rPr sz="1800">
                <a:solidFill>
                  <a:srgbClr val="222222"/>
                </a:solidFill>
                <a:latin typeface="Calibri"/>
              </a:rPr>
              <a:t> — Memory Data Register; holds the data or instruction just fetched or about to be written.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CIR</a:t>
            </a:r>
            <a:r>
              <a:rPr sz="1800">
                <a:solidFill>
                  <a:srgbClr val="222222"/>
                </a:solidFill>
                <a:latin typeface="Calibri"/>
              </a:rPr>
              <a:t> — Current Instruction Register; holds the current instruction while it is decoded and executed.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Cache</a:t>
            </a:r>
            <a:r>
              <a:rPr sz="1800">
                <a:solidFill>
                  <a:srgbClr val="222222"/>
                </a:solidFill>
                <a:latin typeface="Calibri"/>
              </a:rPr>
              <a:t> — Small, very fast memory on or near the CPU holding frequently or recently used data and instructions.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Pipelining</a:t>
            </a:r>
            <a:r>
              <a:rPr sz="1800">
                <a:solidFill>
                  <a:srgbClr val="222222"/>
                </a:solidFill>
                <a:latin typeface="Calibri"/>
              </a:rPr>
              <a:t> — Overlapping the fetch, decode and execute stages of consecutive instructions to increase throughput.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Registers and the ALU/CU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The ALU carries out arithmetic (+ - x /), logic (AND, OR, NOT, compare) and shift operations, with results sent to the ACC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The Control Unit decodes instructions, generates control signals and synchronises data flow with the clock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Key registers: PC (next address), MAR (address), MDR (data), CIR (current instruction), ACC (immediate ALU result)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The three system buses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Address bus is unidirectional (CPU to memory); its width sets the maximum addressable locations as 2^n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Data bus is bidirectional and carries data and instructions; its width affects throughput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Control bus is bidirectional and carries control signals such as read/write, clock and interrupt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Fetch-Decode-Execute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Fetch: PC copied to MAR, read signal on control bus, instruction returns via data bus to MDR, PC incremented, MDR copied to CIR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Decode: the CU splits the CIR contents into opcode (operation) and operand (data/address)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Execute: the operation is carried out, e.g. an ALU calculation (result to ACC), a load/store, or a jump that writes a new address into the PC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Factors affecting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Clock speed: more pulses per second means more FDE cycles per second, but is limited by heat and power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Cores: independent units each running their own FDE, but only faster if the task parallelises and the software supports it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Cache: L1 (fastest/smallest, on core) then L2 then L3 (largest/slowest, often shared), all checked before slower RAM; pipelining overlaps stages for higher throughput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Tracing the fetch stage of the FDE cycle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The address in the PC is copied into the MAR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A read signal is placed on the control bus; the instruction is returned along the data bus into the MDR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The PC is incremented (PC := PC + 1) so it points to the next instruction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The contents of the MDR are copied into the CIR ready to be decoded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The CU then splits the CIR into opcode and operand (decode) before the operation is executed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Complete a labelled FDE cycle trace worksheet: for a short instruction (e.g. LOAD then ADD), write out the register transfers for fetch, decode and execute in order, naming every register and bus involved.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CPU has a 16-bit address bus. Calculate the maximum number of addressable locations (showing 2^n working), then explain how doubling the address bus width and adding L2 cache would each affect performance and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Name the two things in the fetch stage that students most often forget.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Why does adding more cores not always make a program run faster?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can a jump (branch) instruction cause a problem in a pipelined CPU?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Name the two things in the fetch stage that students most often forget.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Incrementing the PC and copying the MDR into the CIR.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Why does adding more cores not always make a program run faster?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Only if the task can be parallelised and the software is written to use multiple cores; sequential tasks see little benefit.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can a jump (branch) instruction cause a problem in a pipelined CPU?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writes a new address into the PC, so prefetched instructions in the pipeline must be flushed/discarded, wasting cycles.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