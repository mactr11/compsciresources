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1.2.2 Applications Generation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Distinguish application, utility and open/closed source software and select appropriate examples.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Compare assemblers, compilers and interpreters and describe the four stages of compilation in order.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the roles of libraries, linkers and loaders, including static versus dynamic linking.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a virtual machine that runs intermediate code, and give an example?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does a loader do, and which OS component prepares the OS at boot?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Give one example each of application software and utility software.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What does a compiler produce that an interpreter does not?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 which stage of compilation are syntax errors reported?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a virtual machine that runs intermediate code, and give an example?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process VM that runs platform-independent intermediate code, e.g. the JVM running Java bytecode (interleaving 1.2.1).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does a loader do, and which OS component prepares the OS at boot?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loader copies the executable into RAM to run; the BIOS bootstraps the OS at start-up (interleaving 1.2.1).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Give one example each of application software and utility software.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Application: word processor or browser; utility: defragmenter, backup or antivirus.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What does a compiler produce that an interpreter does not?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standalone executable (machine code) translated all at once before running.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 which stage of compilation are syntax errors reported?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Syntax analysis (parsing), when tokens are checked against the grammar.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Application software</a:t>
            </a:r>
            <a:r>
              <a:rPr sz="1800">
                <a:solidFill>
                  <a:srgbClr val="222222"/>
                </a:solidFill>
                <a:latin typeface="Calibri"/>
              </a:rPr>
              <a:t> — Software that lets a user perform a real-world task, e.g. word processor, browser or game.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Utility software</a:t>
            </a:r>
            <a:r>
              <a:rPr sz="1800">
                <a:solidFill>
                  <a:srgbClr val="222222"/>
                </a:solidFill>
                <a:latin typeface="Calibri"/>
              </a:rPr>
              <a:t> — System software that maintains or optimises the computer itself, e.g. defrag, backup, antivirus.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Open source</a:t>
            </a:r>
            <a:r>
              <a:rPr sz="1800">
                <a:solidFill>
                  <a:srgbClr val="222222"/>
                </a:solidFill>
                <a:latin typeface="Calibri"/>
              </a:rPr>
              <a:t> — Software whose source code is available and may be modified, usually free with community support.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Assembler</a:t>
            </a:r>
            <a:r>
              <a:rPr sz="1800">
                <a:solidFill>
                  <a:srgbClr val="222222"/>
                </a:solidFill>
                <a:latin typeface="Calibri"/>
              </a:rPr>
              <a:t> — A translator that converts assembly language into machine code, roughly one-to-one.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Compiler</a:t>
            </a:r>
            <a:r>
              <a:rPr sz="1800">
                <a:solidFill>
                  <a:srgbClr val="222222"/>
                </a:solidFill>
                <a:latin typeface="Calibri"/>
              </a:rPr>
              <a:t> — A translator that converts high-level source into machine code all at once, producing a standalone executable.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Interpreter</a:t>
            </a:r>
            <a:r>
              <a:rPr sz="1800">
                <a:solidFill>
                  <a:srgbClr val="222222"/>
                </a:solidFill>
                <a:latin typeface="Calibri"/>
              </a:rPr>
              <a:t> — A translator that converts and executes high-level source one line at a time at run time.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Linker</a:t>
            </a:r>
            <a:r>
              <a:rPr sz="1800">
                <a:solidFill>
                  <a:srgbClr val="222222"/>
                </a:solidFill>
                <a:latin typeface="Calibri"/>
              </a:rPr>
              <a:t> — Software that combines a compiled program with libraries and modules into one executable, resolving references.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Loader</a:t>
            </a:r>
            <a:r>
              <a:rPr sz="1800">
                <a:solidFill>
                  <a:srgbClr val="222222"/>
                </a:solidFill>
                <a:latin typeface="Calibri"/>
              </a:rPr>
              <a:t> — OS software that copies an executable from storage into RAM and prepares it to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Software classifications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Application software lets the user do a real-world task (word processor, browser, game).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Utility software maintains or optimises the computer itself (defrag, backup, antivirus, compression, firewall).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common trap: antivirus is a utility, not an application.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Open source code is available and modifiable (usually free, community support); closed/proprietary code is hidden and usually paid with vendor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Translators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An assembler translates assembly mnemonics into machine code, roughly one-to-one.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compiler translates the whole program at once before running and produces a standalone executable that runs fast without the source.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An interpreter translates and executes one line at a time, needs the source plus the interpreter present, and stops at the first error.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Compilers suit distributing finished software; interpreters suit developing, debugging and scripting.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Stages of compilation (in order)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Lexical analysis: source becomes tokens, whitespace and comments are removed, and a symbol table is built.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Syntax analysis (parsing): tokens are checked against the grammar, a parse tree is built and syntax errors are reported here.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Code generation: object/machine code is produced from the parse tree and symbol table.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Code optimisation: the code is refined to run faster or use less memory while giving the same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Libraries, linkers and 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library is a collection of pre-written, pre-compiled, tested subroutines that saves time and improves reliability.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linker combines the compiled program with libraries and modules into one executable, resolving references.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Static linking copies library code into the executable (larger, self-contained); dynamic linking keeps it separate (.dll) and links at run time (smaller, shared, updatable).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loader copies the finished executable from storage into RAM and prepares it to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Tracing source code through the four stages of compilation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Start with high-level source such as: total = price * qty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Lexical analysis splits it into tokens (total, =, price, *, qty), strips whitespace/comments and records identifiers in the symbol table.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Syntax analysis checks the tokens against the language grammar and builds a parse tree; if the grammar is broken (e.g. a missing operand) a syntax error is reported here.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Code generation walks the parse tree and symbol table to produce object/machine code (e.g. LOAD price, MULT qty, STORE total).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Code optimisation refines that machine code to run faster or use less memory (e.g. removing redundant loads) while keeping the same result.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6. The output is machine code ready to be linked and loaded.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Complete a comparison table of compiler versus interpreter covering when translation happens, whether an executable is produced, program speed, whether the source is needed to run, and error reporting.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developer must ship a finished game to customers who must not see or change the source code and should need no extra software to run it. Justify whether a compiler or interpreter is appropriate, then explain how a library and a linker contribute to producing the final executable.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List the four stages of compilation in the correct order.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State one difference between static and dynamic linking.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does distributing software as a compiled executable protect the source code?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List the four stages of compilation in the correct order.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Lexical analysis, syntax analysis (parsing), code generation, code optimisation.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State one difference between static and dynamic linking.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Static linking copies library code into the executable (larger, self-contained); dynamic linking keeps it separate and links at run time (smaller, shared, updatable).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does distributing software as a compiled executable protect the source code?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Only machine code is shipped, not the source, so customers cannot read or modify it and need no compiler/interpreter to run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