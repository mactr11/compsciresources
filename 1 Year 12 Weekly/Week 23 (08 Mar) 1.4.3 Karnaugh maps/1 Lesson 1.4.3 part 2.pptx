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1.4.3 Boolean Algebra (part 2 — K-maps, adders, flip-flops)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23 (08 Mar)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plot Boolean functions on 2-, 3- and 4-variable Karnaugh maps using Gray-code ordering.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group 1s legally (powers of two, as large as possible, overlapping and wrapping allowed) and read off the minimised expression.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state the logic of a half adder and a full adder and explain how full adders chain to add multi-bit numbers.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describe how a D-type flip-flop stores one bit on a clock edge and how flip-flops form a register.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1.4.3 part 1: use De Morgan's law to rewrite ¬(A ∨ B).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1.4.3 part 1: simplify A ∨ (A ∧ B) and name the law.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1.4.3 part 1: what does A ⊻ B output when A = 1 and B = 1?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1.4.3 part 1: how many rows does a truth table for a 3-input expression need, and in what order?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1.4.3 part 1: simplify ¬(¬A ∨ B), naming both laws.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1.4.3 part 1: use De Morgan's law to rewrite ¬(A ∨ B).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¬A ∧ ¬B: break the bar, swap ∨ for ∧, negate each term.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1.4.3 part 1: simplify A ∨ (A ∧ B) and name the law.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A, by the absorption law.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1.4.3 part 1: what does A ⊻ B output when A = 1 and B = 1?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0: XOR outputs 1 only when the inputs differ.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1.4.3 part 1: how many rows does a truth table for a 3-input expression need, and in what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2 to the power 3 = 8 rows, counted in binary from 000 to 111.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1.4.3 part 1: simplify ¬(¬A ∨ B), naming both laws.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De Morgan's gives ¬(¬A) ∧ ¬B; double negation gives A ∧ ¬B.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Karnaugh map (K-map)</a:t>
            </a:r>
            <a:r>
              <a:rPr sz="1800">
                <a:solidFill>
                  <a:srgbClr val="222222"/>
                </a:solidFill>
                <a:latin typeface="Calibri"/>
              </a:rPr>
              <a:t> — A grid of truth-table outputs arranged so adjacent cells differ in exactly one variable, used to minimise expressions.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Gray code</a:t>
            </a:r>
            <a:r>
              <a:rPr sz="1800">
                <a:solidFill>
                  <a:srgbClr val="222222"/>
                </a:solidFill>
                <a:latin typeface="Calibri"/>
              </a:rPr>
              <a:t> — An ordering of binary values (00, 01, 11, 10) where consecutive values differ in exactly one bit.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Group</a:t>
            </a:r>
            <a:r>
              <a:rPr sz="1800">
                <a:solidFill>
                  <a:srgbClr val="222222"/>
                </a:solidFill>
                <a:latin typeface="Calibri"/>
              </a:rPr>
              <a:t> — A rectangle of 1s on a K-map containing 1, 2, 4 or 8 cells, as large as possible, which may overlap or wrap.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Sum of products</a:t>
            </a:r>
            <a:r>
              <a:rPr sz="1800">
                <a:solidFill>
                  <a:srgbClr val="222222"/>
                </a:solidFill>
                <a:latin typeface="Calibri"/>
              </a:rPr>
              <a:t> — An expression ORing together AND terms, e.g. (¬B ∧ ¬D) ∨ (B ∧ D); the form a K-map reads off.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Half adder</a:t>
            </a:r>
            <a:r>
              <a:rPr sz="1800">
                <a:solidFill>
                  <a:srgbClr val="222222"/>
                </a:solidFill>
                <a:latin typeface="Calibri"/>
              </a:rPr>
              <a:t> — A circuit adding two bits: Sum = A ⊻ B, Carry = A ∧ B; it has no carry-in.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Full adder</a:t>
            </a:r>
            <a:r>
              <a:rPr sz="1800">
                <a:solidFill>
                  <a:srgbClr val="222222"/>
                </a:solidFill>
                <a:latin typeface="Calibri"/>
              </a:rPr>
              <a:t> — A circuit adding three bits (A, B, Cin), built from two half adders and an OR gate, giving Sum and Cout.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Ripple-carry adder</a:t>
            </a:r>
            <a:r>
              <a:rPr sz="1800">
                <a:solidFill>
                  <a:srgbClr val="222222"/>
                </a:solidFill>
                <a:latin typeface="Calibri"/>
              </a:rPr>
              <a:t> — Full adders chained so each carry-out feeds the next column's carry-in, adding multi-bit numbers.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D-type flip-flop</a:t>
            </a:r>
            <a:r>
              <a:rPr sz="1800">
                <a:solidFill>
                  <a:srgbClr val="222222"/>
                </a:solidFill>
                <a:latin typeface="Calibri"/>
              </a:rPr>
              <a:t> — An edge-triggered circuit that stores the value of its D input at the clock edge and holds it at output Q.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Sequential logic</a:t>
            </a:r>
            <a:r>
              <a:rPr sz="1800">
                <a:solidFill>
                  <a:srgbClr val="222222"/>
                </a:solidFill>
                <a:latin typeface="Calibri"/>
              </a:rPr>
              <a:t> — Circuits whose output depends on stored state as well as current inputs, unlike combinational gates and adders.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Why minimise a circuit?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Every operator in an expression is a physical gate: fewer operators means fewer gates.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Fewer gates means cheaper, faster and lower-power circuits.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Boolean laws minimise algebraically; a Karnaugh map does the same job visually.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K-maps make the simplification hard to get wrong: the groups do the algebra for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K-map layout and Gray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K-map is the truth table redrawn as a grid, one cell per input row.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Row and column headings use Gray-code order: 00, 01, 11, 10, not binary order.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Gray code means neighbouring cells differ in exactly one variable.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That adjacency is the whole trick: neighbouring 1s can merge, eliminating the variable that differs.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Writing columns 00, 01, 10, 11 in binary order breaks adjacency and wrecks every grouping.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Two-variable K-maps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2x2 grid: rows A = 0, 1; columns B = 0, 1; four cells for four truth-table rows.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Copy each output into its cell, then circle groups of 1s.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1s in both cells where B = 1, across both rows, group as a vertical pair.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Inside the group A changes but B stays 1, so the expression is just 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Three-variable K-maps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2x4 grid: rows A = 0, 1; columns BC in Gray order 00, 01, 11, 10.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Top row holds rows 000, 001, 011, 010 of the truth table; note 011 before 010.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Bottom row holds 100, 101, 111, 110.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left and right columns (BC = 00 and BC = 10) are adjacent: the map wraps around.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grouping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Circle 1s only, in rectangles of 1, 2, 4 or 8 cells: powers of two only, never 3 or 6.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Make every group as large as legally possible, even if groups overlap.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Groups may wrap across the map's edges; on a 4-variable map the four corners form one group.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Every 1 must be inside at least one group; each group becomes one AND term.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Reading off the minimised expression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Interrogate each group: which variables have the same value in every cell inside it?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Variables that stay constant survive: value 1 keeps the variable, value 0 keeps its negation.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Variables that change inside the group are eliminated.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OR the groups' terms together for the final sum-of-products expression.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doubling of group size eliminates one variable: bigger groups mean simpler terms.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Four-variable K-maps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4x4 grid: rows AB and columns CD, both in Gray order 00, 01, 11, 10.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Sixteen cells cover the sixteen rows of a 4-input truth table.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Wrapping works both ways: top row is adjacent to bottom row, left column to right column.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four corner cells are mutually adjacent and can form a single group of 4.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Groups of 8 eliminate three variables, leaving a single-letter term.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half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Adds two single bits A and B, producing a Sum bit and a Carry bit.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Sum = A ⊻ B and Carry = A ∧ B: one XOR gate and one AND gate.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Truth table: 0+0 gives Sum 0 Carry 0; 0+1 and 1+0 give Sum 1 Carry 0; 1+1 gives Sum 0 Carry 1.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1 + 1 = binary 10: the Carry is the twos column, which is why Carry = A ∧ B.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The half adder has no carry-in, so it can only be the rightmost column of an addition.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full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Adds three bits: A, B and a carry-in Cin from the previous column.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Built from two half adders plus an OR gate combining their two carry outputs.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Sum = A ⊻ B ⊻ Cin and Cout = (A ∧ B) ∨ (Cin ∧ (A ⊻ B)).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Chaining full adders, each Cout feeding the next Cin, makes a ripple-carry adder for whole binary numbers.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D-type flip-flop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1-bit memory: output Q takes the value of input D only at the active clock edge.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Between clock edges Q holds its stored value, however much D changes.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clock is a regular pulse; edge-triggering synchronises when data is captured.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is sequential logic: output depends on stored state, unlike combinational gates and adders.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Uses: one flip-flop per bit in registers, counters and memory; eight side by side store a byte.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Three-variable K-map: F(A,B,C) is 1 on rows 000, 001, 100, 101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Draw the 2x4 map: rows A = 0, 1; columns BC in Gray order 00, 01, 11, 10.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Plot the 1s: row A=0 gets 1s under columns 00 and 01; row A=1 gets 1s under columns 00 and 01.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The four 1s form one 2x2 square on the left: a single legal group of 4.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Interrogate the group: A is 0 and 1 inside (eliminated); C is 0 and 1 inside (eliminated); B is 0 in every cell.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B constant at 0 survives as its negation, so F = ¬B.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Verify: the four rows 000, 001, 100, 101 are exactly the rows with B = 0, so F = ¬B is correct.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Four-variable K-map with wrap-around: F(A,B,C,D) is 1 on rows 0000, 0010, 0101, 0111, 1000, 1010, 1101, 1111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Draw the 4x4 map: rows AB and columns CD, both in Gray order 00, 01, 11, 10.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Plot cell by cell: row AB=00 gets 1s in columns CD=00 (row 0000) and CD=10 (row 0010).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Row AB=01 gets 1s in columns CD=01 (0101) and CD=11 (0111); row AB=11 gets 1s in CD=01 (1101) and CD=11 (1111).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Row AB=10 gets 1s in columns CD=00 (1000) and CD=10 (1010). Eight 1s plotted, eight cells left as 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Group 1: the four corners (0000, 0010, 1000, 1010) are adjacent by wrapping both ways: one group of 4.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Interrogate the corners: A varies, C varies; B = 0 and D = 0 in all four cells, giving ¬B ∧ ¬D.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Group 2: the centre 2x2 square (0101, 0111, 1101, 1111): A varies, C varies; B = 1 and D = 1 throughout, giving B ∧ 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8. F = (¬B ∧ ¬D) ∨ (B ∧ D). Check: the eight 1-cells are exactly the rows where B and D are equal, and every 0-cell has B and D different, so the expression matches all sixteen cells.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Building a full adder from two half adders and tracing 1 + 1 + 1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Half adder 1 takes A and B: S1 = A ⊻ B and C1 = A ∧ B.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Half adder 2 takes S1 and Cin: Sum = S1 ⊻ Cin = A ⊻ B ⊻ Cin, and C2 = S1 ∧ Cin.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An OR gate combines the carries: Cout = C1 ∨ C2 = (A ∧ B) ∨ (Cin ∧ (A ⊻ B)).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Trace A = 1, B = 1, Cin = 1: half adder 1 gives S1 = 1 ⊻ 1 = 0 and C1 = 1 ∧ 1 =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Half adder 2 gives Sum = 0 ⊻ 1 = 1 and C2 = 0 ∧ 1 = 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Cout = 1 ∨ 0 = 1, so the outputs are Sum = 1, Cout = 1: binary 11, which is 3, correct for 1 + 1 + 1.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Full truth table check (A B Cin, Sum, Cout): 000 gives 0,0; 001, 010 and 100 give 1,0; 011, 101 and 110 give 0,1; 111 gives 1,1.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K-Map Twister (floor-sized Karnaugh map)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Tape a 2x4 K-map on the floor: rows A = 0, 1; columns BC in Gray order 00, 01, 11, 10; make the class explain why 11 comes before 10 (adjacent cells must differ by one bit).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Read out a truth table for F(A,B,C) that is 1 on rows 000, 001, 100, 101; one student stands in each 1-cell.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 class lassos the standing students with string: loops only in powers of two, as large as possible, rectangles only, wrapping allowed.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 loopers interrogate the enclosed cells: which variable is the same for everyone inside? Answer: B = 0 everywhere, so F = ¬B; A and C change, so they are eliminated.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Repeat with F = 1 on rows 000, 010, 100, 110: columns 00 and 10 are adjacent only by wrapping, one wrapped group of 4 where C = 0 throughout, so F = ¬C.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Add row 111 to the first function as a lone student: the class must find the best legal grouping (pair 111 with 101 to get A ∧ C, giving F = ¬B ∨ (A ∧ C)).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Human Half Adder, then Full Adder (circuit walk)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Inputs A and B stand at one wall; one XOR student and one AND student are both fed by A and B; label XOR's output Sum and AND's output Carry.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Walk all four input combinations, recording the truth table on the board: 00 gives Sum 0 Carry 0; 01 and 10 give Sum 1 Carry 0; 11 gives Sum 0 Carry 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Ask: what operation have we built out of people? (Binary addition of two bits: 1 + 1 = 10.)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Bolt on a third input Cin, a second half adder taking Sum and Cin, and an OR student combining the two carries: a full adder.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Verify the hardest row together: A = 1, B = 1, Cin = 1 gives Sum = 1 and Cout = 1 (binary 11 = 3).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Line up three full-adder teams as a ripple-carry adder and add 011 + 011, watching the carry ripple left (answer 110 = 6).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Human D-Type Flip-Flop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One student is the D input: they may change their 0/1 card whenever they like and are encouraged to fidget. A second student is the flip-flop holding the Q card: they may only look at D and copy it at the exact moment the teacher claps (the rising clock edge). Between claps they freeze.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Run the script with the class predicting Q before each event: start Q = 0; D shows 1, clap; D changes to 0 with no clap; wait, then clap; D flickers 1, 0, 1 rapidly with no clap; clap.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Expected trace: clap 1 makes Q = 1; Q stays 1 while D drops (the class should protest if the flip-flop flinches); clap 2 makes Q = 0; Q stays 0 through the flicker; clap 3 makes Q = 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Ask: what is this student doing, in one word? (Remembering: it is 1-bit memory.)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Add three more flip-flop students sharing the same clap: a 4-bit register storing a nibble on one synchronised edge.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Chain two flip-flops (Q of the first feeds D of the second) and clap twice: the bit marches one stage per clock pulse, a shift register.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Boolean expressions for the Sum and Carry outputs of a half adder.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full adders, not half adders, are needed to add two 8-bit binary numbers.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2-variable Karnaugh map has 1s in both cells where B = 1, for A = 0 and A = 1. Write the minimised expression. [1]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F(A,B,C) is 1 on rows 000, 010, 100 and 110. Explain how a Karnaugh map groups these cells and state the minimised expression. [3]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Boolean expressions for the Sum and Carry outputs of a half adder.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Sum = A ⊻ B (1); Carry = A ∧ B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full adders, not half adders, are needed to add two 8-bit binary numbers.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Every column after the least significant may receive a carry from the column to its right, so it must add three bits (1); a half adder has no carry-in, but full adders chain carry-out to carry-in as a ripple-carry adder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2-variable Karnaugh map has 1s in both cells where B = 1, for A = 0 and A = 1. Write the minimised expression. [1]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 = B: inside the group of 2, A changes (eliminated) and B stays at 1.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F(A,B,C) is 1 on rows 000, 010, 100 and 110. Explain how a Karnaugh map groups these cells and state the minimised expression.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1s fill columns BC = 00 and BC = 10 in both rows; these columns are adjacent by wrap-around (1), so all four cells form one group of 4 (1). A and B vary inside but C = 0 throughout, so F = ¬C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Complete the full adder outputs for the row A = 1, B = 0, Cin = 1.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Describe what happens to the Q output of a D-type flip-flop when D changes between clock edges.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Explain how D-type flip-flops can be used to build a 4-bit register.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State two rules for grouping 1s on a Karnaugh map and explain why larger groups are preferred. [3]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Complete the full adder outputs for the row A = 1, B = 0, Cin = 1.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Sum = A ⊻ B ⊻ Cin = 1 ⊻ 0 ⊻ 1 = 0 (1); Cout = (A ∧ B) ∨ (Cin ∧ (A ⊻ B)) = 0 ∨ (1 ∧ 1) = 1 (1). This is 1 + 0 + 1 = binary 10.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Describe what happens to the Q output of a D-type flip-flop when D changes between clock edges.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Nothing: Q holds the value stored at the last active clock edge (1); Q only updates to the current value of D at the next active edge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Explain how D-type flip-flops can be used to build a 4-bit register.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One flip-flop stores each bit, so four are placed side by side (1); they share the same clock signal, so all four bits are captured on the same edge, storing the value in a synchronised way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State two rules for grouping 1s on a Karnaugh map and explain why larger groups are preferred.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Groups must be rectangles containing a power of two cells: 1, 2, 4 or 8 (1); groups may overlap and may wrap around the map's edges (1). Each doubling of group size eliminates one variable, so larger groups give simpler terms and fewer gates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label K-map columns in binary order 00, 01, 10, 11; the order must be Gray code 00, 01, 11, 10 so adjacent cells differ in one variable.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circle groups of 3 or 6; groups must be powers of two (1, 2, 4, 8) and rectangular.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forget that K-maps wrap: the left and right edges are adjacent, the top and bottom edges are adjacent, and the four corners can form one group.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give a half adder a carry-in; it adds only two bits, which is exactly why the full adder exists.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a flip-flop's output follows D continuously; Q changes only at the active clock edge, which is what makes it memory rather than a wire.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 seen here: complete for K-maps and adder truth tables (2-4 marks), write or state for minimised expressions (1-2 marks), describe and explain for adders and flip-flops (2-4 marks).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K-map questions usually give the completed map and ask for legal groupings plus the minimised expression; illegal group sizes score zero for that group.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Sum = A ⊻ B and Carry = A ∧ B must be quoted exactly; describing the full adder as two half adders plus an OR gate is a standard 3-mark build.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'The Karnaugh map for a logic circuit is shown. Draw the groups and write the simplified Boolean expression for the circuit.' [4]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Draw the 2x4 Karnaugh map for F(A,B,C) which is 1 on rows 000, 001, 100, 101 and 111. Group the 1s legally and write the minimised expression. (Answer: the left 2x2 square gives ¬B; row 111 pairs with 101, where A = 1 and C = 1 throughout, giving A ∧ C; so F = ¬B ∨ (A ∧ C). Check row 111: ¬B = 0 but A ∧ C = 1, so F = 1 as required.)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Three full adders are chained as a ripple-carry adder. Trace the addition 011 + 011 column by column, giving Sum and Cout for each adder, and state the final answer. (Column 0: 1+1+0 gives Sum 0, carry 1. Column 1: 1+1+1 gives Sum 1, carry 1. Column 2: 0+0+1 gives Sum 1, carry 0. Result 110 = 6, which is 3 + 3. Explain why the carry is called a ripple.)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are K-map columns ordered 00, 01, 11, 10 rather than in binary order?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are the half adder's outputs when A = 1 and B = 1?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When does a D-type flip-flop change its Q output, and to what value?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Why are K-map columns ordered 00, 01, 11, 10 rather than in binary order?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Gray-code order makes adjacent cells differ in exactly one variable, so neighbouring 1s can group and eliminate that variable.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are the half adder's outputs when A = 1 and B = 1?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Sum = 0 and Carry = 1 (binary 10), since Sum = A ⊻ B and Carry = A ∧ B.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When does a D-type flip-flop change its Q output, and to what value?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Only at the active clock edge, when Q takes the current value of the D input; between edges it holds its stored 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