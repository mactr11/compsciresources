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1.4.1 Data Types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Lesson deck — editable skeleton: adapt freely.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Convert confidently between denary, binary and hexadecimal, and represent signed integers using two's complement.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Apply binary addition, subtraction and logical/arithmetic shifts, identifying overflow and the arithmetic effect of each shift.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floating-point representation (mantissa and exponent), normalisation, and how character sets such as ASCII and Unicode encode characters.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How many bits are represented by one hexadecimal digit?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In an 8-bit two's complement number, what is the place value of the most significant bit?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Name a primitive data type that holds True or False.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(1.2): What does a compiler do, and how does it differ from an interpreter?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(1.4.3): What is the output of a two-input XOR gate when both inputs are 1?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How many bits are represented by one hexadecimal digit?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4 bits (one nibble); two hex digits make one byte.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In an 8-bit two's complement number, what is the place value of the most significant bit?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-128 (the MSB carries a negative weight).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Name a primitive data type that holds True or False.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Boolean.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Interleaving (1.2): What does a compiler do, and how does it differ from an interpreter?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compiler translates the whole source program into object/machine code in one go before execution; an interpreter translates and executes line by line.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Interleaving (1.4.3): What is the output of a two-input XOR gate when both inputs are 1?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0 (XOR outputs 1 only when the inputs differ).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Two's complement</a:t>
            </a:r>
            <a:r>
              <a:rPr sz="1800">
                <a:solidFill>
                  <a:srgbClr val="222222"/>
                </a:solidFill>
                <a:latin typeface="Calibri"/>
              </a:rPr>
              <a:t> — Signed-integer representation in which the most significant bit has a negative place value; negate a number by inverting all bits and adding 1.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Hexadecimal</a:t>
            </a:r>
            <a:r>
              <a:rPr sz="1800">
                <a:solidFill>
                  <a:srgbClr val="222222"/>
                </a:solidFill>
                <a:latin typeface="Calibri"/>
              </a:rPr>
              <a:t> — Base-16 number system (0-9, A-F) used as a compact, lossless shorthand for binary; one hex digit equals four bits.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Overflow</a:t>
            </a:r>
            <a:r>
              <a:rPr sz="1800">
                <a:solidFill>
                  <a:srgbClr val="222222"/>
                </a:solidFill>
                <a:latin typeface="Calibri"/>
              </a:rPr>
              <a:t> — An error where the result of a calculation is too large to fit in the available number of bits.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Mantissa</a:t>
            </a:r>
            <a:r>
              <a:rPr sz="1800">
                <a:solidFill>
                  <a:srgbClr val="222222"/>
                </a:solidFill>
                <a:latin typeface="Calibri"/>
              </a:rPr>
              <a:t> — The significant-figures part of a floating-point number; determines its precision.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Exponent</a:t>
            </a:r>
            <a:r>
              <a:rPr sz="1800">
                <a:solidFill>
                  <a:srgbClr val="222222"/>
                </a:solidFill>
                <a:latin typeface="Calibri"/>
              </a:rPr>
              <a:t> — The power-of-two part of a floating-point number; determines its range.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Normalisation</a:t>
            </a:r>
            <a:r>
              <a:rPr sz="1800">
                <a:solidFill>
                  <a:srgbClr val="222222"/>
                </a:solidFill>
                <a:latin typeface="Calibri"/>
              </a:rPr>
              <a:t> — Adjusting a float so the mantissa begins with the first significant bit (0.1... for positive, 1.0... for negative) to maximise precision.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Arithmetic shift</a:t>
            </a:r>
            <a:r>
              <a:rPr sz="1800">
                <a:solidFill>
                  <a:srgbClr val="222222"/>
                </a:solidFill>
                <a:latin typeface="Calibri"/>
              </a:rPr>
              <a:t> — A right shift that copies the sign bit in from the left, dividing a signed number by powers of two.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Character set</a:t>
            </a:r>
            <a:r>
              <a:rPr sz="1800">
                <a:solidFill>
                  <a:srgbClr val="222222"/>
                </a:solidFill>
                <a:latin typeface="Calibri"/>
              </a:rPr>
              <a:t> — A mapping of characters to unique binary codes, such as ASCII (7-bit, 128 characters) or Unicode (multi-byte, all languages plus emoji).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Number bases and 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Denary to binary: subtract the largest place value that fits and repeat, or divide by 2 reading remainders bottom-up.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Binary to hex: split into nibbles from the right (pad the left with 0s) and convert each nibble.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Hex is used because it is a compact, error-free shorthand for binary in addresses, colours and machine code; it does not save memory.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Signed integers and two's complement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8-bit two's complement range is -128 to +127; an MSB of 1 means the number is negative.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To negate, invert all bits then add 1 (e.g. +5 = 00000101 -&gt; invert 11111010 -&gt; +1 = 11111011 = -5).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Subtraction A - B is done as A + (-B), adding the two's complement of B and discarding the final carry out of the MSB.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Binary shifts and overflow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Logical left shift by n multiplies an unsigned number by 2^n; logical right shift divides by 2^n.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Arithmetic right shift copies the sign bit in from the left, dividing a signed number by 2^n.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Bits shifted off the end are lost, and a left shift can cause overflow if a 1 is pushed beyond the available bits.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Floating-point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Value = mantissa x 2^exponent; the mantissa sets precision and the exponent sets range, both stored in two's complement.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Moving the point right decreases the exponent; moving it left increases it, with the value unchanged.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Fixed total bits force a trade-off: more mantissa bits give more precision but less range; more exponent bits give more range but less precision.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Character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ASCII uses 7 bits for 128 characters ('A'=65, 'a'=97, '0'=48); extended ASCII uses 8 bits for 256.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Unicode uses more bits (UTF-8 is 1-4 bytes) to represent over a million code points covering all languages and emoji.</a:t>
            </a:r>
          </a:p>
          <a:p>
            <a:pPr/>
            <a:r>
              <a:rPr sz="2200" b="0">
                <a:solidFill>
                  <a:srgbClr val="222222"/>
                </a:solidFill>
                <a:latin typeface="Calibri"/>
              </a:rPr>
              <a:t>The first 128 Unicode code points match ASCII, so ASCII is a subset and Unicode is backward-compatible.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8-bit two's complement subtraction: 45 - 28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1. Rewrite as addition: 45 - 28 = 45 + (-28).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2. Write +45 in 8-bit binary: 32+8+4+1 = 45 -&gt; 00101101.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3. Write +28 in 8-bit binary: 16+8+4 = 28 -&gt; 00011100.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4. Find -28 (two's complement): invert 00011100 -&gt; 11100011, then add 1 -&gt; 11100100.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5. Add 00101101 + 11100100 = 1 00010001 (a carry is produced out of the MSB).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6. Discard the final carry out of the MSB, leaving 00010001.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7. Convert back: 00010001 = 16 + 1 = 17, which correctly equals 45 - 28.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Convert 217 to 8-bit unsigned binary, then convert your answer to hexadecimal. Next convert the binary 10110110 to hex, and the hex B7 to denary, showing your method for each.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Normalise the 8-bit signed float with mantissa 0.0110100 and exponent 0011 (4-bit two's complement): give the normalised mantissa and new exponent, then prove the value is unchanged by evaluating both forms in denary.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two steps negate a number in two's complement?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In subtraction by two's complement, what happens to the final carry out of the MSB?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With a fixed number of bits, what is the effect of giving more bits to the mantissa?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What two steps negate a number in two's complement?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Invert all the bits, then add 1.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In subtraction by two's complement, what happens to the final carry out of the MSB?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is discarded (dropped).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With a fixed number of bits, what is the effect of giving more bits to the mantissa?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Greater precision (more significant figures) but a smaller range, because fewer bits remain for the exponent.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