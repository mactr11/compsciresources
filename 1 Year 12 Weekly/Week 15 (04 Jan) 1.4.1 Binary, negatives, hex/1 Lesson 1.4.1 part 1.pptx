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1.4.1 Data Types (part 1)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15 (04 Jan)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choose and justify the correct primitive data type (integer, real, char, string, Boolean) for given data.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convert between denary, binary and hexadecimal in all six directions, showing my working.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add binary numbers, carry correctly, and recognise when overflow has occurred.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represent negative integers in sign and magnitude and two's complement, and subtract by adding a two's complement.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Warm-up sweep, 1.3.4: a form is validated by JavaScript in the browser. Why must the server repeat the validation?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1.3.4: under PageRank, what two things about a page's inbound links decide its rank?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1.3.3: name the four layers of the TCP/IP stack in order, top to bottom.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1.3.3: what does DNS do when you type a URL into a browser?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2.1.4: name the three basic programming constructs, and state which one implements a decision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Warm-up sweep, 1.3.4: a form is validated by JavaScript in the browser. Why must the server repeat the validation?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Client-side code can be viewed, disabled or bypassed (requests can be crafted directly), so only a server-side check is trustworthy; it cannot be bypassed.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1.3.4: under PageRank, what two things about a page's inbound links decide its rank?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number of pages linking to it AND the rank of those linking pages; a link from one high-ranked page beats many links from low-ranked pages.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1.3.3: name the four layers of the TCP/IP stack in order, top to bottom.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Application, Transport, Internet (Network), Link.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1.3.3: what does DNS do when you type a URL into a browser?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translates the human-readable domain name into an IP address so the request can be routed to the correct server.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2.1.4: name the three basic programming constructs, and state which one implements a decision point.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Sequence, selection and iteration; a decision point is implemented by selection (e.g. an if statement).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Primitive data type</a:t>
            </a:r>
            <a:r>
              <a:rPr sz="1800">
                <a:solidFill>
                  <a:srgbClr val="222222"/>
                </a:solidFill>
                <a:latin typeface="Calibri"/>
              </a:rPr>
              <a:t> — A basic type provided by the language: integer, real, char, string or Boolean.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Denary</a:t>
            </a:r>
            <a:r>
              <a:rPr sz="1800">
                <a:solidFill>
                  <a:srgbClr val="222222"/>
                </a:solidFill>
                <a:latin typeface="Calibri"/>
              </a:rPr>
              <a:t> — The base-10 number system using digits 0-9; each place value is a power of ten.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</a:t>
            </a:r>
            <a:r>
              <a:rPr sz="1800">
                <a:solidFill>
                  <a:srgbClr val="222222"/>
                </a:solidFill>
                <a:latin typeface="Calibri"/>
              </a:rPr>
              <a:t> — The base-2 number system using digits 0 and 1; each place value is a power of two.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Hexadecimal</a:t>
            </a:r>
            <a:r>
              <a:rPr sz="1800">
                <a:solidFill>
                  <a:srgbClr val="222222"/>
                </a:solidFill>
                <a:latin typeface="Calibri"/>
              </a:rPr>
              <a:t> — The base-16 system using 0-9 and A-F; a compact, lossless shorthand for binary.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Nibble</a:t>
            </a:r>
            <a:r>
              <a:rPr sz="1800">
                <a:solidFill>
                  <a:srgbClr val="222222"/>
                </a:solidFill>
                <a:latin typeface="Calibri"/>
              </a:rPr>
              <a:t> — Four bits; exactly one hexadecimal digit, so two hex digits make one byte.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Most significant bit (MSB)</a:t>
            </a:r>
            <a:r>
              <a:rPr sz="1800">
                <a:solidFill>
                  <a:srgbClr val="222222"/>
                </a:solidFill>
                <a:latin typeface="Calibri"/>
              </a:rPr>
              <a:t> — The leftmost bit, with the largest place value; in two's complement its value is negative.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Sign and magnitude</a:t>
            </a:r>
            <a:r>
              <a:rPr sz="1800">
                <a:solidFill>
                  <a:srgbClr val="222222"/>
                </a:solidFill>
                <a:latin typeface="Calibri"/>
              </a:rPr>
              <a:t> — Signed representation where the MSB is only a sign flag (0 positive, 1 negative) and the rest is the size.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Two's complement</a:t>
            </a:r>
            <a:r>
              <a:rPr sz="1800">
                <a:solidFill>
                  <a:srgbClr val="222222"/>
                </a:solidFill>
                <a:latin typeface="Calibri"/>
              </a:rPr>
              <a:t> — Signed representation where the MSB has a negative place value; negate by inverting all bits then adding 1.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Overflow</a:t>
            </a:r>
            <a:r>
              <a:rPr sz="1800">
                <a:solidFill>
                  <a:srgbClr val="222222"/>
                </a:solidFill>
                <a:latin typeface="Calibri"/>
              </a:rPr>
              <a:t> — An error where the result of a calculation is too large to fit in the available 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Primitive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Integer: whole numbers, positive or negative, e.g. a number of students.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Real (float): numbers with a fractional part, e.g. a price of 3.99.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Char: a single character; string: a sequence of characters, e.g. a name.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Boolean: one of exactly two values, True or False.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Choosing the right type saves memory and controls which operations are allowed.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A phone number is stored as a string: leading zeros matter and it is never used in arithmetic.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Binary place values and unsigned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Place values double from the right: 128, 64, 32, 16, 8, 4, 2,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8 bits give 2 to the power 8 = 256 patterns, so unsigned range is 0 to 255.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 bits always give 2 to the power n patterns: the pattern count, not the largest value.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bit is one binary digit; 4 bits are a nibble; 8 bits are a byte.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Denary to binary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Greedy method: subtract the largest place value that fits, mark a 1, repeat with the remainder.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105 = 64 + 32 + 8 + 1, so 105 = 01101001.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Alternative: repeatedly divide by 2 and read the remainders bottom-up.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Always pad to the stated number of bits, e.g. 8 bits in this course.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Binary to denary and binary to hex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to denary: add the place values under each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11010110 = 128 + 64 + 16 + 4 + 2 = 214.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to hex: split into nibbles FROM THE RIGHT, convert each nibble separately.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11010110 splits as 1101 0110 = D6, because 1101 = 13 = D and 0110 = 6.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Splitting nibbles from the left instead of the right is the classic dropped 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Hex to binary and hex to denary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Hex to binary: replace each hex digit with its 4-bit nibble.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3E becomes 0011 1110 = 00111110.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Hex to denary: multiply the left digit by 16 and add the right digit.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2F = 2 x 16 + 15 = 47; remember A=10, B=11, C=12, D=13, E=14, F=15.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Denary to hex, and why hex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Direct route: divide by 16; 156 = 9 remainder 12, so 156 = 9C.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Via binary: 156 = 10011100, nibbles 1001 1100 = 9C - same answer.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Hex is a compact shorthand humans read with fewer transcription errors: memory addresses, colour codes, MAC addresses.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Hex does NOT save memory: the computer still stores pure binary.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Binary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Rules: 0+0=0, 0+1=1, 1+1=0 carry 1, 1+1+1=1 carry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Work right to left exactly like column addition, writing every carry.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0101 + 0011 = 1000 (5 + 3 = 8).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carry out beyond the available bits means the answer no longer fits: overflow.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Sign and magnitude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MSB is purely a sign flag: 0 means positive, 1 means negative.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remaining 7 bits store the size, so -35 = 10100011 (35 = 0100011).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8-bit range is -127 to +127, and zero has two forms: 00000000 and 10000000.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Normal binary addition gives wrong answers on sign and magnitude values, so hardware avoids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Two's complement: forming and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MSB place value becomes NEGATIVE: -128, 64, 32, 16, 8, 4, 2,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To negate: invert ALL the bits, then add 1; so +5 = 00000101 becomes 11111011 = -5.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Read a negative directly: 11111011 = -128 + 64 + 32 + 16 + 8 + 2 + 1 = -5.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8-bit range is -128 to +127; one single zero; key patterns: 11111111 = -1, 10000000 = -128.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Forgetting the add-1 step after inverting is the most common error in the whole topic.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Subtraction and overflow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Compute A - B as A + (-B): add the two's complement of 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Discard any final carry out of the MSB - that discard is normal, not an error.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Overflow is different: two same-sign numbers producing a wrong-sign result.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93 + 46 = 10001011, which reads as negative - overflow, since +139 exceeds +127.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One number, all six directions: 181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Denary to binary: 181 = 128 + 32 + 16 + 4 + 1, giving 10110101.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Check binary to denary by adding back: 128 + 32 + 16 + 4 + 1 = 181. Correct.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Binary to hex: split from the right into nibbles 1011 0101; 1011 = 11 = B, 0101 = 5, so B5.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Hex to binary reverses it: B = 1011 and 5 = 0101, giving 10110101 again.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Hex to denary: B5 = 11 x 16 + 5 = 176 + 5 = 181. Correct.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Denary to hex directly: 181 divided by 16 = 11 remainder 5, and 11 = B, so B5.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All six conversions agree: 181 = 10110101 = B5.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Binary addition with carries: 01011101 + 00101110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Check the operands: 01011101 = 64+16+8+4+1 = 93 and 00101110 = 32+8+4+2 = 46.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Bit 0: 1+0 = 1. Bit 1: 0+1 = 1. Bit 2: 1+1 = 0 carry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Bit 3: 1+1+carry 1 = 1 carry 1. Bit 4: 1+0+carry 1 = 0 carry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Bit 5: 0+1+carry 1 = 0 carry 1. Bit 6: 1+0+carry 1 = 0 carry 1. Bit 7: 0+0+carry 1 =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Result: 10001011. Check: 128 + 8 + 2 + 1 = 139 = 93 + 46. Correct as an unsigned sum.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Now interpret the same 8 bits as two's complement: two positive numbers gave an MSB of 1, a negative-looking result.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That is overflow: +139 is outside the signed range -128 to +127, so the signed answer is wrong even though the unsigned answer is fine.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Two's complement subtraction: 53 - 29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Rewrite as addition: 53 - 29 = 53 + (-29).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+53 = 32 + 16 + 4 + 1 = 00110101; +29 = 16 + 8 + 4 + 1 = 00011101.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Negate 29: invert 00011101 to get 11100010, then add 1 to get 11100011.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Check -29 reads correctly: -128 + 64 + 32 + 2 + 1 = -29. Correct.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Add: 00110101 + 11100011 = 1 00011000, with a carry out of the MSB.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Discard the final carry, leaving 00011000.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Convert back: 16 + 8 = 24, and 53 - 29 = 24. Correct.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Human Binary Counter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Line up 8 students holding place-value cards, 128 on the class's left down to 1 on the right; standing = 1, sitting = 0; all start seated (zero).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Counting mode: the 1s student flips on every count; everyone else flips only when the student on their right goes from standing to sitting (a carry). Count 0 to 10 and watch the ripple: 1, 10, 11, 100, 101...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Conversion mode: call a denary number and let the line self-organise greedily (does 128 fit? then 64?...). Do 45 (00101101) then 200 (11001000); the class verifies by summing the standing cards.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Overflow finale: set the line to 11111111 (255) and add 1; the carry ripples left through every student and falls off the end - the register wraps to 00000000.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8 bits give 256 patterns, range 0-255 unsigned; a carry out of the MSB is overflow.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Convert the standing pattern to hex live by splitting the line into two nibbles: 11001000 becomes C8, one hex digit per nibble.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Two's Complement Rapid Drill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Write the signed place-value line -128 | 64 | 32 | 16 | 8 | 4 | 2 | 1 on the board with the mantra: invert ALL the bits, then add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Fire questions at about 45 seconds each on mini-whiteboards, revealed on 3-2-1-show; one student narrates their method after each reveal.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Sequence: show +19 (00010011); show -19 (11101101); read 11111111 (-1); read 10000000 (-128); read 11110110 (-10); show -100 (10011100); show -6 (11111010); read 11100000 (-32).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Finisher pair: what does 01111111 + 1 give and what went wrong? (10000000, which reads as -128: overflow, since +127 is the maximum.) State the full 8-bit range (-128 to +127).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Track accuracy on the board and re-drill any question below 80 percent success; hunt specifically for the forgotten add-1.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One subtraction to finish: 23 - 19 as 23 + (-19): 00010111 + 11101101 = (1)00000100; discard the carry, giving 00000100 = 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Odd One Out: number bases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Show each set; pairs think alone (20 seconds), agree (30 seconds), write the odd one out and the reason, then hold up boards.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Set A: 0x2A, 42, 00101010, 24 - odd one is 24; the others all equal 42 (trap: digit-swapping 42/24).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Set B: integer, real, char, array - odd one is array, a data structure; the rest are primitive data types.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Set C: F in hex, 15, 1111 in binary, 16 - odd one is 16; hex F is 15, because hex digits stop at 15.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Set D: 0x19, 25, 00011001, 19 - odd one is 19; 0x19 = 16 + 9 = 25 (trap: reading hex as if it were denary).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After each reveal, one pair explains the trap the set was built around.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Pairs build one new odd-one-out set where the odd item can only be found by converting all four items to binary, then swap and solve.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program stores a student's name, their exam mark out of 100, their grade letter and whether they passed. State the most appropriate primitive data type for each.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Convert the binary number 11011010 to denary and to hexadecimal. Show your working.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Convert the denary number 141 to 8-bit binary and to hexadecimal.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Add the binary numbers 00111011 and 01010110. The numbers are 8-bit two's complement values. Explain why the result demonstrates overflow.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program stores a student's name, their exam mark out of 100, their grade letter and whether they passed. State the most appropriate primitive data type for each.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Name: string (1). Mark: integer (1). Grade letter: char (1). Passed: Boolean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Convert the binary number 11011010 to denary and to hexadecimal. Show your working.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Denary: 128 + 64 + 16 + 8 + 2 = 218 (1). Hex: nibbles 1101 1010 = DA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Convert the denary number 141 to 8-bit binary and to hexadecimal.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141 = 128 + 8 + 4 + 1 = 10001101 (1); nibbles 1000 1101 = 8D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Add the binary numbers 00111011 and 01010110. The numbers are 8-bit two's complement values. Explain why the result demonstrates overflow.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00111011 + 01010110 = 10010001, carrying correctly (1). The operands are +59 and +86, both positive, but the result's MSB is 1 so it reads as negative (1). The true answer +145 is outside the two's complement range -128 to +127, so overflow has occurred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Show how -75 is represented in 8-bit two's complement. Show your working.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The 8-bit two's complement value 11101100 is stored. State its denary value, showing your method.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Show -35 in 8-bit sign and magnitude AND in 8-bit two's complement, and give one reason computers use two's complement.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Calculate 27 - 90 using 8-bit two's complement. Show your working and give the denary result. [4]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Show how -75 is represented in 8-bit two's complement. Show your working.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+75 = 01001011 (64+8+2+1); invert to 10110100 (1); add 1 to give 10110101 (1). Check: -128+32+16+4+1 = -75.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The 8-bit two's complement value 11101100 is stored. State its denary value, showing your method.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Direct read: -128 + 64 + 32 + 8 + 4 = -20 (1 for method, 1 for -20). Alternative: invert and add 1 gives 00010100 = 20, so the value is -20.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Show -35 in 8-bit sign and magnitude AND in 8-bit two's complement, and give one reason computers use two's complement.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Sign and magnitude: 10100011, sign bit 1 with magnitude 0100011 = 35 (1). Two's complement: 00100011 inverted is 11011100, plus 1 is 11011101 (1). Reason: only one representation of zero, and ordinary binary addition works directly on it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Calculate 27 - 90 using 8-bit two's complement. Show your working and give the denary result.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27 = 00011011 and 90 = 01011010 (1). -90: invert 01011010 to 10100101, add 1 to give 10100110 (1). Add: 00011011 + 10100110 = 11000001 with no carry out (1). Result reads -128 + 64 + 1 = -63, and 27 - 90 = -63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hexadecimal saves memory; it is only a human-friendly shorthand - the computer stores pure binary either way.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invert the bits and forget to add 1 when negating; invert ALL bits, THEN add 1, and check by reading the answer back with the -128 place value.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the two's complement MSB as just a sign flag; it is a real place value of -128, which is why 10000000 is -128, not -0.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the discarded carry in two's complement subtraction is an error; the discard is a normal part of the method - overflow is the separate wrong-sign problem.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quote the signed range as -127 to +127; two's complement is asymmetric, -128 to +127, because there is only one zero.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convert and show your working dominate here (1-2 marks each); method marks survive small slips only if working is written down.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Two's complement subtraction is a 3-4 mark staple: form the complement, add, discard the carry, state the denary answer.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Explain overflow is a classic 2-marker: result too large for the bits available, shown by a carry out or a wrong-sign result.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'Convert the denary number 154 to 8-bit binary and then to hexadecimal. Show your working.' [3] (154 = 10011010 = 9A.)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Convert 202 to 8-bit binary and then to hexadecimal, showing both steps (202 = 128+64+8+2 = 11001010 = CA). Then calculate 100 - 61 in 8-bit two's complement: show +61 (00111101), its negation (11000011), the column addition with carries (01100100 + 11000011 = 1 00100111), the discarded carry, and the final denary answer (00100111 = 39).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The 8-bit two's complement range is -128 to +127 - not symmetric. Explain why using the single representation of zero. Then try to negate 10000000 (-128) using invert-and-add-1: show that you get 10000000 back again, and explain why (+128 cannot be represented in 8 bits, so the negation overflows).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two steps that negate a number in two's complement.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range of an 8-bit two's complement integer, and why is it not symmetric?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The pattern 10000000 means different things in sign and magnitude and in two's complement. What is each value?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two steps that negate a number in two's complement.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Invert every bit, then add 1.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range of an 8-bit two's complement integer, and why is it not symmetric?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-128 to +127; there is only one zero pattern, so the negative side gains the extra value -128.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The pattern 10000000 means different things in sign and magnitude and in two's complement. What is each value?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Sign and magnitude: negative zero (-0). Two's complement: -128, because the MSB place value is -128.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