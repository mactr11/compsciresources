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2.1.1 Thinking Abstractly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Define abstraction as removing or hiding detail irrelevant to a problem, leaving only what is needed to solve it.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Distinguish representational abstraction from generalisation/categorisation, and abstraction from decomposition.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abstraction to an unseen scenario by justifying which real-world details are kept and which are discarded.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does abstraction remove or hide from a problem?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Name the two types of abstraction in 2.1.1.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How does abstraction differ from decomposition?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(2.1.3): what is decomposition?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(2.1.2): why might a satnav cache a computed route?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does abstraction remove or hide from a problem?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Unnecessary detail that is irrelevant to solving the problem, leaving only the relevant information.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Name the two types of abstraction in 2.1.1.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Representational abstraction and generalisation/categorisation.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How does abstraction differ from decomposition?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Abstraction removes/hides unnecessary detail; decomposition breaks a problem into smaller sub-problems.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(2.1.3): what is decomposition?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Breaking a problem into smaller sub-problems, each able to be solved as a self-contained sub-procedure.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(2.1.2): why might a satnav cache a computed route?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To reuse an expensive result quickly without recomputing it, speeding up response and reducing 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Abstraction</a:t>
            </a:r>
            <a:r>
              <a:rPr sz="1800">
                <a:solidFill>
                  <a:srgbClr val="222222"/>
                </a:solidFill>
                <a:latin typeface="Calibri"/>
              </a:rPr>
              <a:t> — Removing or hiding detail not relevant to the problem so only useful information remains.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Representational abstraction</a:t>
            </a:r>
            <a:r>
              <a:rPr sz="1800">
                <a:solidFill>
                  <a:srgbClr val="222222"/>
                </a:solidFill>
                <a:latin typeface="Calibri"/>
              </a:rPr>
              <a:t> — Simplifying one specific thing into a model of just the relevant detail, e.g. a road network as a graph.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Generalisation / categorisation</a:t>
            </a:r>
            <a:r>
              <a:rPr sz="1800">
                <a:solidFill>
                  <a:srgbClr val="222222"/>
                </a:solidFill>
                <a:latin typeface="Calibri"/>
              </a:rPr>
              <a:t> — Grouping many things by their shared characteristics into one reusable model, e.g. an Account class.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Model</a:t>
            </a:r>
            <a:r>
              <a:rPr sz="1800">
                <a:solidFill>
                  <a:srgbClr val="222222"/>
                </a:solidFill>
                <a:latin typeface="Calibri"/>
              </a:rPr>
              <a:t> — A simplified representation of reality keeping only the detail needed for the problem.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Decomposition</a:t>
            </a:r>
            <a:r>
              <a:rPr sz="1800">
                <a:solidFill>
                  <a:srgbClr val="222222"/>
                </a:solidFill>
                <a:latin typeface="Calibri"/>
              </a:rPr>
              <a:t> — Breaking a problem into smaller sub-problems; distinct from abstraction, which removes detail.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Node</a:t>
            </a:r>
            <a:r>
              <a:rPr sz="1800">
                <a:solidFill>
                  <a:srgbClr val="222222"/>
                </a:solidFill>
                <a:latin typeface="Calibri"/>
              </a:rPr>
              <a:t> — A point in a graph abstraction representing a place or object, e.g. a junction in a road network.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Weighted edge</a:t>
            </a:r>
            <a:r>
              <a:rPr sz="1800">
                <a:solidFill>
                  <a:srgbClr val="222222"/>
                </a:solidFill>
                <a:latin typeface="Calibri"/>
              </a:rPr>
              <a:t> — A connection in a graph carrying a value such as distance or time between two nodes.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Relevant detail</a:t>
            </a:r>
            <a:r>
              <a:rPr sz="1800">
                <a:solidFill>
                  <a:srgbClr val="222222"/>
                </a:solidFill>
                <a:latin typeface="Calibri"/>
              </a:rPr>
              <a:t> — Information that affects the problem's solution and so must be kept in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What abstraction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Abstraction removes or hides detail that is not relevant to the problem.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It leaves a simpler model that is faster to build, run and maintain.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skill in the exam is justifying why discarded detail is irrelevant to this specific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Representational abstraction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Simplifies one specific thing into a model, e.g. a road network becomes a graph of nodes and weighted edges.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London Underground map keeps line order and interchanges but discards true geography.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Discarded detail (scenery, surface) does not affect the task of choosing a route.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Generalisation / categorisation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Groups many things by their shared characteristics into one reusable model.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Example: one Account class capturing what savings and current accounts have in common.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Makes programs easier to extend — a new case reuses the existing general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Abstraction vs decomposition (common trap)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Abstraction removes/hides unnecessary detail to simplify.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Decomposition breaks a problem into smaller sub-problems.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They are different skills — never blur them in an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Name the specific detail you keep AND the detail you discard.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Justify why each discarded detail is irrelevant to this problem.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Generic definitions score poorly; the marks are for applied reasoning.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Abstracting a 'car' for a top-down racing game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Identify the problem: model a car well enough to race it from a top-down view.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Keep: position/coordinates on the track — needed to draw and move the car.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Keep: speed/velocity and heading/direction — needed to simulate movement and handling.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Discard: the engine's chemistry, exact paint colour and VIN.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Justify the discard: none of these affect how the car behaves or is driven in the race, so they add complexity without value.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State the type: this is representational abstraction — one specific thing simplified into a workable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hospital wants software to manage patient appointments. Using abstraction, design a model of a 'patient'. Name three pieces of data the model should KEEP, two real-world details it should DISCARD, and justify why each discarded detail is irrelevant to the appointments problem.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weather simulation models continuous air as a discrete 3-D grid of cells. Explain why this is an act of abstraction, what detail it discards, and one consequence (good or bad) of choosing a coarser grid.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A studio models a road network as nodes and weighted edges. Which type of abstraction is this, and what do the edge weights represent?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is using one Shape type for circles and squares an example of generalisation?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A student says abstraction means breaking a problem into sub-problems. Correct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A studio models a road network as nodes and weighted edges. Which type of abstraction is this, and what do the edge weights represent?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Representational abstraction; the edge weights represent the cost of travelling between junctions, e.g. distance or time.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is using one Shape type for circles and squares an example of generalisation?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groups different things by their shared characteristics into a single reusable model, so new shapes can reuse it.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A student says abstraction means breaking a problem into sub-problems. Correct them.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That is decomposition; abstraction removes or hides irrelevant detail to simplify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