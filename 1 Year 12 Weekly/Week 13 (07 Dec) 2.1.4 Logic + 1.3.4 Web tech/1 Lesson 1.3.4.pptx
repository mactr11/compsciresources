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1.3.4 Web Technologies (part 1)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13 (07 Dec)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describe how a browser requests a page from a web server and the roles of HTML, CSS and JavaScript.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write and interpret HTML using the tags and attributes OCR names, correctly nested.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style a page with CSS element, class and id selectors placed inline, internally or in an external stylesheet.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write simple JavaScript including form validation, and compare client-side with server-side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1.3.3: Give two differences between a LAN and a WAN.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1.3.3: Name the four layers of the TCP/IP stack in order, from the layer nearest the user downwards.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1.3.3: What does DNS do when you type www.ocr.org.uk into a browser?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1.3.3: State two differences between packet switching and circuit switching.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1.3.3: In a client-server network, what is the role of the server, and what is the main structural difference in peer-to-peer?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1.3.3: Give two differences between a LAN and a WAN.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LAN covers a small geographical area (one site) and is usually owned/maintained by one organisation; a WAN covers a large geographical area and uses third-party communication infrastructure (e.g. leased lines). The internet is the largest WAN.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1.3.3: Name the four layers of the TCP/IP stack in order, from the layer nearest the user downwards.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Application, Transport, Network (Internet), Link (Data link). Data passes down the stack on sending, each layer adding a header, and back up on receipt.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1.3.3: What does DNS do when you type www.ocr.org.uk into a browser?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Domain Name System translates the human-readable domain name into the IP address of the server, querying resolver/root/TLD/authoritative servers as needed and caching the result.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1.3.3: State two differences between packet switching and circuit switching.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Packet switching splits data into packets that are routed independently and may take different routes, then reassembled; circuit switching sets up one dedicated path for the whole communication, reserving bandwidth even when idle. The internet uses packet switching.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1.3.3: In a client-server network, what is the role of the server, and what is the main structural difference in peer-to-peer?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server provides resources/services to clients that request them, giving central control and backup; in peer-to-peer all devices have equal status and each can act as both client and server.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HTML</a:t>
            </a:r>
            <a:r>
              <a:rPr sz="1800">
                <a:solidFill>
                  <a:srgbClr val="222222"/>
                </a:solidFill>
                <a:latin typeface="Calibri"/>
              </a:rPr>
              <a:t> — HyperText Markup Language: defines the structure and content of a web page using tags such as h1, p, img and a.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CSS</a:t>
            </a:r>
            <a:r>
              <a:rPr sz="1800">
                <a:solidFill>
                  <a:srgbClr val="222222"/>
                </a:solidFill>
                <a:latin typeface="Calibri"/>
              </a:rPr>
              <a:t> — Cascading Style Sheets: defines presentation and style such as colour, font, borders and layout, kept separate from structure.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JavaScript</a:t>
            </a:r>
            <a:r>
              <a:rPr sz="1800">
                <a:solidFill>
                  <a:srgbClr val="222222"/>
                </a:solidFill>
                <a:latin typeface="Calibri"/>
              </a:rPr>
              <a:t> — A scripting language giving client-side interactivity and behaviour: responding to events, validating forms and updating content dynamically.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Tag and attribute</a:t>
            </a:r>
            <a:r>
              <a:rPr sz="1800">
                <a:solidFill>
                  <a:srgbClr val="222222"/>
                </a:solidFill>
                <a:latin typeface="Calibri"/>
              </a:rPr>
              <a:t> — A tag marks up content (e.g. img); an attribute inside the opening tag gives extra detail (e.g. src, alt, href, class, id).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Selector</a:t>
            </a:r>
            <a:r>
              <a:rPr sz="1800">
                <a:solidFill>
                  <a:srgbClr val="222222"/>
                </a:solidFill>
                <a:latin typeface="Calibri"/>
              </a:rPr>
              <a:t> — The part of a CSS rule that says which elements to style: a bare tag name, a .class or an #id.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Class</a:t>
            </a:r>
            <a:r>
              <a:rPr sz="1800">
                <a:solidFill>
                  <a:srgbClr val="222222"/>
                </a:solidFill>
                <a:latin typeface="Calibri"/>
              </a:rPr>
              <a:t> — A reusable label attached with class="name" in HTML and targeted with .name in CSS; many elements may share one class.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Identifier (id)</a:t>
            </a:r>
            <a:r>
              <a:rPr sz="1800">
                <a:solidFill>
                  <a:srgbClr val="222222"/>
                </a:solidFill>
                <a:latin typeface="Calibri"/>
              </a:rPr>
              <a:t> — A unique label attached with id="name" and targeted with #name in CSS; each id must appear only once per page.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Client-side processing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Code that runs in the user's browser: fast and reduces server load, but can be viewed and bypassed, so it is not secure.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Server-side processing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Code that runs on the web server: secure, hidden and able to use server databases, but slower and adds server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web works: request and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browser (client) sends an HTTP or HTTPS request for a page to a web server.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server responds with HTML; the browser renders it, fetching any linked CSS, JavaScript and images.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HTML defines structure and content; CSS defines presentation and style; JavaScript defines behaviour and interactivity.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Keeping the three separate makes sites maintainable: restyle a whole site without touching structure or behaviour.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Search engines, indexing and PageRank use these same pages — that is next lesson (part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HTML page structure and nesting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page nests inside html: the head holds information about the page, the body holds visible content.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title sits inside head and names the browser tab; it does not appear in the page itself.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Most tags come in opening/closing pairs and must nest correctly: always close the inner tag first.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&lt;html&gt;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&lt;head&gt;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&lt;title&gt;My First Page&lt;/title&gt;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&lt;/head&gt;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&lt;body&gt;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&lt;h1&gt;Hello&lt;/h1&gt;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&lt;p&gt;Welcome to my site.&lt;/p&gt;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&lt;/body&gt;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&lt;/html&gt;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Content tags: headings, paragraphs, images, links, div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h1 to h6 are headings from largest to smallest; p marks a paragraph of text.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img has no closing tag: src names the image file, alt gives text shown if it cannot load.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makes a hyperlink: href gives the destination; the text between the tags is what users click.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div groups a block of elements so it can be styled or scripted as one unit.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&lt;h1&gt;School Trips&lt;/h1&gt;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&lt;div id="gallery"&gt;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&lt;p&gt;See our &lt;a href="photos.html"&gt;photo gallery&lt;/a&gt;.&lt;/p&gt;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&lt;img src="paris.jpg" alt="Students in Paris"&gt;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Lists, forms, script and 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ol creates a numbered list and ul a bulleted list; every item inside is an li.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form collects user input; input creates a control, and its type attribute sets the kind (text, submit).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script embeds JavaScript or loads it from a file; link in the head attaches an external stylesheet.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&lt;ol&gt;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&lt;li&gt;Plan&lt;/li&gt;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&lt;li&gt;Code&lt;/li&gt;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&lt;li&gt;Test&lt;/li&gt;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&lt;/ol&gt;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&lt;form&gt;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&lt;input type="text" id="name"&gt;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&lt;input type="submit" value="Send"&gt;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&lt;/form&gt;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&lt;script src="check.js"&gt;&lt;/script&gt;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CSS: purpose and three places to put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Inline: a style attribute on one tag — quick, but mixes style back into the structure.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Internal: rules inside a style tag in the head — applies to that one page only.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External: a separate .css file attached with link — one file styles every page (best practice).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Common properties: color, background-color, font-family, border, width, height, text-align.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&lt;p style="color: red;"&gt;Inline style on one tag&lt;/p&gt;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&lt;style&gt;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p { font-family: Arial; }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&lt;/style&gt;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&lt;link rel="stylesheet" href="styles.css"&gt;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One edit to an external stylesheet restyles the whole site — the advantage examiners reward.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CSS selectors: elements, classes and identifiers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element selector (h1) styles every matching tag on the page.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class selector (.warning) styles every element carrying class="warning" — reusable on many elements.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id selector (#menu) styles the single element with id="menu" — each id is unique per page.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 the HTML, the class= and id= attributes are what connect elements to the rules.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h1 { color: navy; text-align: center; }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.warning { color: red; font-family: Arial; }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#menu { width: 200px; height: 400px; background-color: grey; border: 1px solid black;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JavaScript basics: variables, functions,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Variables (var or let) store values; functions package reusable code, much like pseudocode.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Events such as onclick run a function when the user acts on the page.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document.getElementById("x") fetches an element; .value reads an input box; .innerHTML changes displayed content.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Styles can be changed too, e.g. element.style.color = "red".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&lt;button onclick="update()"&gt;Click me&lt;/button&gt;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&lt;p id="output"&gt;Waiting...&lt;/p&gt;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&lt;script&gt;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function update() {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var msg = "Button clicked!";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document.getElementById("output").innerHTML = msg;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}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&lt;/script&gt;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JavaScript form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Validation checks input is present and sensible before the form is submitted to the server.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Read the box with getElementById and .value, test it with if, and alert the user on failure.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Returning false stops the submission; returning true lets the form send.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function checkEmail() {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var email = document.getElementById("email").value;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if (email == "") {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alert("Email is required");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return false;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}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return true;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}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Client-side validation improves user experience but can be viewed and bypassed — never rely on it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Client-side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Runs in the user's browser: form validation, instant feedback, animation, updating content without reloading.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Advantages: fast and immediate (no round trip to the server); reduces server load and bandwidth.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Disadvantages: the code can be viewed, modified or disabled by the user, so it is insecure.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also depends on the user's browser and device behaving as expected.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Server-side processing: when it must be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Runs on the web server (e.g. PHP with SQL): login checks, payments, searching a product database.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Must be used when logic or data has to stay secure, or when the data lives in a server database.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Client-side: fast, low server load, insecure. Server-side: secure, hidden, database access, but slower and loads the server.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Best practice: validate client-side for speed and repeat the checks server-side for security.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Building a small page: which selector styles what?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The HTML: &lt;html&gt; &lt;head&gt; &lt;title&gt;Clubs&lt;/title&gt; &lt;link rel="stylesheet" href="styles.css"&gt; &lt;/head&gt; &lt;body&gt; &lt;h1 id="pageTitle"&gt;Code Club&lt;/h1&gt; &lt;p class="highlight"&gt;Meets Tuesday lunchtime.&lt;/p&gt; &lt;p&gt;Open to all years.&lt;/p&gt; &lt;p class="highlight"&gt;Bring a laptop.&lt;/p&gt; &lt;/body&gt; &lt;/html&gt;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The external stylesheet styles.css: h1 { color: navy; text-align: center; }  .highlight { background-color: yellow; }  #pageTitle { border: 2px solid black; }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Rule 1 is an element selector: it styles every h1 — here just one — navy and centred.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Rule 2 is a class selector: it highlights the first and third paragraphs, because both carry class="highlight". A class is reusable on many elements.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Rule 3 is an id selector: it puts a border on the single element with id="pageTitle" — the h1. An id must be unique on the page.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So the h1 receives two rules (element and id) and the middle paragraph receives none — it has no class or id and no p rule exists.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Because the stylesheet is external, adding the same link tag to another page restyles it identically with no extra CSS.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a JavaScript validation function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The function: function checkForm() { var name = document.getElementById("name").value; var age = Number(document.getElementById("age").value); if (name == "") { alert("Please enter your name"); return false; } if (age &lt; 11 || age &gt; 18) { alert("Age must be 11 to 18"); return false; } return true; }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It reads the two input boxes by id, converts age to a number, then tests each rule in turn.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Trace 1 — name is empty, age is 14: the first if is true, so the alert Please enter your name appears and the function returns false. The age test is never reached; the form does not submit.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Trace 2 — name is Sam, age is 21: name is not empty, so the first if is skipped. In the second if, 21 &lt; 11 is false but 21 &gt; 18 is true, so with OR the condition is true: alert Age must be 11 to 18, return false.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Trace 3 — name is Ada, age is 16: both ifs are false (16 is within 11 to 18), so the function returns true and the form submits.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Key idea: return false blocks submission, and the || means either failing bound rejects the 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Client-side or server-side? A login flow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A login page asks for a username and password. Decide where each processing step belongs.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Checking the boxes are not empty before sending: client-side. It is not security-critical, gives instant feedback, and saves a pointless round trip, reducing server load.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Checking the password against the stored password hash: server-side, always. The stored hashes and comparison logic must stay hidden on the server.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Why it cannot be client-side: any code sent to the browser can be viewed, modified or bypassed, so a client-side check would expose the hash and could simply be skipped.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Recording the successful login in the accounts database: server-side, because the database lives on the server.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Conclusion: client-side for speed and user experience, server-side for anything secret, security-critical or database-driven — and security checks are repeated server-side even if the client also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HTML, CSS or JavaScript? Card sort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In pairs, make three column headers: HTML (structure), CSS (presentation), JavaScript (behaviour).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Sort 15 slips: &lt;h1&gt;Results&lt;/h1&gt;; color: red;; alert("Saved!"); &lt;img src="cat.jpg"&gt;; #menu { width: 200px; }; a click event handler; &lt;a href="page2.html"&gt;Next&lt;/a&gt;; choosing the page font; checking a field contains @ before submission; .warning { font-weight: bold; }; &lt;p&gt; tags; updating content without reloading; &lt;div id="header"&gt;; centring the layout; responding to a key press.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Add a fourth wildcard header, server-side, and decide whether any slip could belong there instead (the @ check should also be repeated server-side).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Reveal and resolve disputes, then discuss why we separate the three at all: restyling without touching structure or behaviour.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Add two extra slips, script and link rel="stylesheet", and place them: where do the three technologies actually live inside one HTML file?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Broken homepage: spot and fix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Display the intern's homepage and announce there are exactly five errors; pairs list line numbers and fixes on mini-whiteboards.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snippet: &lt;html&gt; &lt;head&gt;&lt;title&gt;My Page&lt;/head&gt;&lt;/title&gt; &lt;style&gt;.big { colour: red }&lt;/style&gt; &lt;body&gt; &lt;h1&gt;Welcome&lt;h1&gt; &lt;img href="cat.jpg"&gt; &lt;a src="page2.html"&gt;Next page&lt;/a&gt; &lt;/body&gt; &lt;/html&gt;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hold up boards; tally the most-spotted and least-spotted errors, then a volunteer pair writes the corrected page on the board.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five fixes: closing tags wrongly nested, should be &lt;/title&gt;&lt;/head&gt;; the CSS property is color not colour; the second &lt;h1&gt; needs a slash, &lt;/h1&gt;; img uses src not href; a uses href not src. Note that browsers often render broken HTML anyway, which is why these bugs ship.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Add a class attribute so the heading actually uses the .big rule, then add an id to a tag with a matching # rule in the style block.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Client-side vs server-side continuum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Tape a line across the room: client-side at one end, server-side at the other; standing in the middle means needs both.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Think for 30 seconds, pair for 30, then stand on the line for each scenario: highlighting a menu button on hover; checking a typed password against the stored hash; warning that the email field is empty; searching the product database for trainers; validating a card payment; form validation on a banking site.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Interview outliers each round: what happens to the server if we move this to the client, and what happens to security?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Board the trade-off summary: speed, responsiveness and reduced server load versus security and access to the database. The banking form is the exam-grade answer: both — client-side for fast feedback, repeated server-side because browser code can be bypassed.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Debate in one line: if server-side is more secure, why not do everything server-side? (Latency, server load, bandwidth, offline responsiveness.)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purpose of each of HTML, CSS and JavaScript in a web page.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Write the HTML to display an image stored as logo.png, with the alternative text School logo.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stylesheet contains the rule .alert { color: red; }. Describe how a developer applies this rule to a paragraph, and explain one difference between a class and an id.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Write a CSS rule that gives the element with the identifier menu a width of 200 pixels and a grey background.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purpose of each of HTML, CSS and JavaScript in a web page.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HTML defines the structure and content of the page (1); CSS defines the presentation/style such as colours, fonts and layout (1); JavaScript adds interactivity/behaviour such as responding to events and validating forms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Write the HTML to display an image stored as logo.png, with the alternative text School logo.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&lt;img src="logo.png" alt="School logo"&gt; — one mark for the img tag with correct src attribute, one for the alt attribute.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stylesheet contains the rule .alert { color: red; }. Describe how a developer applies this rule to a paragraph, and explain one difference between a class and an id.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Add the attribute to the tag: &lt;p class="alert"&gt; (1). A class can be reused on many elements on the page (1), whereas an id must be unique — used on only one element — and is targeted with # rather than .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Write a CSS rule that gives the element with the identifier menu a width of 200 pixels and a grey background.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#menu { width: 200px; background-color: grey; } — one mark for the #menu selector, one for width: 200px;, one for background-color: grey;.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Write a JavaScript function named checkEmail that displays an alert saying Please enter your email if the text box with the id email is empty.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two advantages of validating a form using client-side JavaScript rather than on the server. [4]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website checks a user's password when they log in. Explain why this check must be carried out server-side.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Describe the difference between an internal and an external stylesheet, and give one advantage of using an external stylesheet. [3]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Write a JavaScript function named checkEmail that displays an alert saying Please enter your email if the text box with the id email is empty.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function checkEmail() { var email = document.getElementById("email").value; if (email == "") { alert("Please enter your email"); } } — marks for the function declaration, using document.getElementById("email").value, the comparison with the empty string, and the alert inside the if.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two advantages of validating a form using client-side JavaScript rather than on the server. [4]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user gets an immediate response (1) because no round trip to the server is needed (1); and server load/bandwidth is reduced (1) because invalid submissions are stopped before they are ever sent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website checks a user's password when they log in. Explain why this check must be carried out server-side.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Client-side code can be viewed, modified or bypassed by the user (1), so a browser check cannot be trusted for security (1); the stored password data/hashes and the comparison logic must stay hidden on the server, which also holds the accounts database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Describe the difference between an internal and an external stylesheet, and give one advantage of using an external stylesheet.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 internal stylesheet is written in a style tag in the head and applies to that page only (1); an external stylesheet is a separate .css file attached with a link tag (1). Advantage: one file can style every page of the site, so a single change updates the whole site consistently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write colour in CSS because of UK spelling, but the property names are color and background-color — colour is simply ignored by the browser.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treat class and id as interchangeable, but an id must be unique to one element per page (#name), while a class is designed to be reused on many elements (.name).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client-side validation makes a form secure, but browser code can be viewed, altered or bypassed, so every security-critical check must be repeated server-side.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mix up the attributes: img uses src for the file, while a uses href for the destination — swapping them is a classic exam-code error.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JavaScript is a cut-down version of Java, but they are unrelated languages; JavaScript is the scripting language browsers run client-side.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state and write for tags, attributes and CSS rules (1 mark per correct piece of syntax); describe and explain for validation and processing; compare for client-side versus server-side.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Typical tariffs: 2-3 marks to write an HTML tag or CSS rule; 3-4 marks for short JavaScript; 4-6 marks to explain or compare client-side and server-side processing in context.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A form on a shopping website is validated using JavaScript in the browser. Explain why the data entered must also be validated on the web server. [3]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Code answers are marked on exact syntax: src versus href, . versus # selectors, matching closing tags and correct nesting all carry marks — sloppy syntax loses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Write, on paper, the complete HTML for a page titled Revision Hub containing: a main heading with the id title, two paragraphs sharing the class note, an image study.png with suitable alternative text, and a link to quiz.html with the text Start quiz. Then write an external stylesheet with three rules: an element selector centring all h1 text, a class selector giving .note a grey background, and an id selector giving #title a navy colour and a border. Annotate each rule with exactly which element(s) it styles and why.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Extend your page with a form containing a text input with the id score and a submit button, then write a JavaScript function that rejects the submission with an alert if the score is empty or not between 0 and 100. Trace your function for the inputs 150 and 72, then write two sentences explaining why a quiz website could not trust this check alone and what it must do instead.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technology provides structure, which provides style, and which provides behaviour?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CSS, what is the difference between the selectors .menu and #menu?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reason a login check must run server-side even if the form is also checked in the browser.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technology provides structure, which provides style, and which provides behaviour?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HTML provides structure and content, CSS provides style/presentation, JavaScript provides behaviour/interactivity.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In CSS, what is the difference between the selectors .menu and #menu?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.menu targets every element with class="menu" (reusable on many elements); #menu targets the single element with id="menu" (an id is unique per page).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Give one reason a login check must run server-side even if the form is also checked in the browser.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Client-side code can be viewed and bypassed, so it is not secure; the stored password data and comparison must stay hidden on the server.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