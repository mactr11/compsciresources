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1.4.3 Boolean Algebra (part 1)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21 (22 Feb)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state the truth tables for AND, OR, NOT and XOR and recognise their circuit symbols.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combine gates into circuits and construct truth tables for 2- and 3-input expressions using working columns.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state and apply the Boolean identities: commutation, association, distribution, absorption and double negation.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apply De Morgan's laws and simplify Boolean expressions, naming the law used at each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1.4.2: which traversal of a binary search tree outputs the values in ascending order?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1.4.2: a hash table uses index = key MOD 7. Keys 15 and 22 are inserted. What happens?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1.4.2: in a BST, where would 65 be inserted given root 50 with right child 70 and 70's left child 60?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1.4.1: convert denary 45 to 8-bit unsigned binary.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1.4.1: give the 8-bit two's complement representation of -6.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1.4.2: which traversal of a binary search tree outputs the values in ascending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In-order traversal (left subtree, root, right subtree).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1.4.2: a hash table uses index = key MOD 7. Keys 15 and 22 are inserted. What happens?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Both hash to 1 (15 MOD 7 = 1, 22 MOD 7 = 1): a collision, resolved by e.g. linear probing or chaining.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1.4.2: in a BST, where would 65 be inserted given root 50 with right child 70 and 70's left child 60?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Walk 50 (go right), 70 (go left), 60 (go right): 65 becomes the right child of 60.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1.4.1: convert denary 45 to 8-bit unsigned binary.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00101101 (32 + 8 + 4 + 1 = 45).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1.4.1: give the 8-bit two's complement representation of -6.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+6 is 00000110; invert to 11111001, add 1: 11111010 (check: -128 + 64 + 32 + 16 + 8 + 2 = -6).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Logic gate</a:t>
            </a:r>
            <a:r>
              <a:rPr sz="1800">
                <a:solidFill>
                  <a:srgbClr val="222222"/>
                </a:solidFill>
                <a:latin typeface="Calibri"/>
              </a:rPr>
              <a:t> — An electronic component that takes one or more binary inputs and produces one binary output.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Truth table</a:t>
            </a:r>
            <a:r>
              <a:rPr sz="1800">
                <a:solidFill>
                  <a:srgbClr val="222222"/>
                </a:solidFill>
                <a:latin typeface="Calibri"/>
              </a:rPr>
              <a:t> — A table listing the output of a gate or expression for every possible combination of inputs.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XOR (exclusive OR)</a:t>
            </a:r>
            <a:r>
              <a:rPr sz="1800">
                <a:solidFill>
                  <a:srgbClr val="222222"/>
                </a:solidFill>
                <a:latin typeface="Calibri"/>
              </a:rPr>
              <a:t> — Gate written A ⊻ B that outputs 1 only when its two inputs differ.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Boolean expression</a:t>
            </a:r>
            <a:r>
              <a:rPr sz="1800">
                <a:solidFill>
                  <a:srgbClr val="222222"/>
                </a:solidFill>
                <a:latin typeface="Calibri"/>
              </a:rPr>
              <a:t> — A combination of Boolean variables and operators (∧, ∨, ¬, ⊻) that evaluates to 0 or 1.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Commutative law</a:t>
            </a:r>
            <a:r>
              <a:rPr sz="1800">
                <a:solidFill>
                  <a:srgbClr val="222222"/>
                </a:solidFill>
                <a:latin typeface="Calibri"/>
              </a:rPr>
              <a:t> — Order of inputs does not matter: A ∧ B = B ∧ A and A ∨ B = B ∨ A.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Associative law</a:t>
            </a:r>
            <a:r>
              <a:rPr sz="1800">
                <a:solidFill>
                  <a:srgbClr val="222222"/>
                </a:solidFill>
                <a:latin typeface="Calibri"/>
              </a:rPr>
              <a:t> — Grouping does not matter for one operator: (A ∧ B) ∧ C = A ∧ (B ∧ C), likewise for ∨.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Distributive law</a:t>
            </a:r>
            <a:r>
              <a:rPr sz="1800">
                <a:solidFill>
                  <a:srgbClr val="222222"/>
                </a:solidFill>
                <a:latin typeface="Calibri"/>
              </a:rPr>
              <a:t> — A ∧ (B ∨ C) = (A ∧ B) ∨ (A ∧ C), and A ∨ (B ∧ C) = (A ∨ B) ∧ (A ∨ C).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Absorption law</a:t>
            </a:r>
            <a:r>
              <a:rPr sz="1800">
                <a:solidFill>
                  <a:srgbClr val="222222"/>
                </a:solidFill>
                <a:latin typeface="Calibri"/>
              </a:rPr>
              <a:t> — A ∨ (A ∧ B) = A and A ∧ (A ∨ B) = A; the redundant term is absorbed.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 Morgan's laws</a:t>
            </a:r>
            <a:r>
              <a:rPr sz="1800">
                <a:solidFill>
                  <a:srgbClr val="222222"/>
                </a:solidFill>
                <a:latin typeface="Calibri"/>
              </a:rPr>
              <a:t> — ¬(A ∧ B) = ¬A ∨ ¬B and ¬(A ∨ B) = ¬A ∧ ¬B: break the bar, swap the operator, negate each term.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Boolean algebra and OCR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Boolean values are 1 (true) and 0 (false); expressions built from them describe circuit outputs.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OCR exam notation: ∧ means AND, ∨ means OR, ¬ means NOT, ⊻ means XOR.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 ¬A ∧ (B ∨ C) reads: NOT A, AND, open bracket B OR C close bracket.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Every expression can be drawn as a circuit of gates and summarised in a truth table.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Electronics texts write A·B for A ∧ B and A+B for A ∨ B — identical operations, different symbols.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NOT and AND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NOT takes a single input and inverts it: ¬0 = 1 and ¬1 = 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NOT symbol: a triangle pointing right with a small negation circle on its output.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∧ B outputs 1 only when both inputs are 1: rows 00, 01, 10 give 0; only 11 gives 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AND symbol: a D-shape, flat edge on the input side, curved edge to the output.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Think of AND as multiplication: 1 × 1 = 1, anything with a 0 gives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OR and XOR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∨ B outputs 1 when at least one input is 1: rows 01, 10, 11 give 1; only 00 gives 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OR symbol: a curved shield shape with a concave input edge and pointed output.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⊻ B (exclusive OR) outputs 1 only when the inputs differ: rows 01 and 10 give 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XOR symbol: the OR shape with an extra curved line across the inputs.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OR and XOR differ in exactly one row: when both inputs are 1, OR gives 1 but XOR gives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Combining gates into circuits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 expression is a wiring diagram in disguise: each operator is a gate.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(A ∧ B) ∨ ¬C needs three gates: an AND fed by A and B, a NOT fed by C, an OR fed by both outputs.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Brackets show which gate output feeds which gate input; evaluate innermost brackets first.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¬ applies before ∧ and ∨, so ¬A ∧ B means (¬A) ∧ B, not ¬(A ∧ B).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Exam questions run both ways: expression to circuit diagram, and circuit diagram to expression.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Truth tables for two-input expressions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Two inputs give 2 to the power 2 = 4 rows; list them in binary counting order 00, 01, 10, 11.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Add a working column for each sub-expression before the final output column.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¬A ∧ B: working column ¬A reads 1, 1, 0, 0 down the rows.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Final column: only row A = 0, B = 1 outputs 1; the other three rows output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Truth tables for three-input expressions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Three inputs give 2 to the power 3 = 8 rows; count in binary from 000 to 111.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Fill the columns pattern-wise: A runs 0000 1111, B runs 0011 0011, C runs 0101 0101.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One working column per gate; the final column is the circuit output Q.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Spot-check one row by hand: for Q = (A ∧ B) ∨ ¬C at row 110, A ∧ B = 1, ¬C = 1, so Q = 1.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Missing rows or wrong row order is the most common way to drop truth-table marks.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Identities: commutation, association,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Commutation: A ∧ B = B ∧ A and A ∨ B = B ∨ A; input order never matters.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Association: (A ∧ B) ∧ C = A ∧ (B ∧ C), and the same for ∨; regrouping is free.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Distribution: A ∧ (B ∨ C) = (A ∧ B) ∨ (A ∧ C), like expanding brackets in maths.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Unlike ordinary algebra, OR also distributes over AND: A ∨ (B ∧ C) = (A ∨ B) ∧ (A ∨ C).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Identities: absorption, double negation and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Absorption: A ∨ (A ∧ B) = A and A ∧ (A ∨ B) = A; the longer term is swallowed.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Double negation: ¬¬A = A; always use it to tidy after De Morgan's.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Identity and null: A ∧ 1 = A, A ∨ 0 = A, A ∧ 0 = 0, A ∨ 1 = 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Complement: A ∨ ¬A = 1 and A ∧ ¬A = 0; idempotence: A ∧ A = A, A ∨ A = 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 Morgan's laws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¬(A ∧ B) = ¬A ∨ ¬B, and ¬(A ∨ B) = ¬A ∧ ¬B.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Method: break the bar, swap the operator (∧ to ∨ or ∨ to ∧), negate each term.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You must do both: swapping the operator without negating each variable is the classic error.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Check any claimed law with one truth-table row: at A = 1, B = 0, ¬(A ∧ B) = 1 but ¬A ∧ ¬B = 0.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¬(A ∧ B) = ¬A ∧ ¬B is wrong: the operator must change when the bar breaks.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Simplifying expressions: 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Name the law at every step; the working earns marks, not just the answer.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Order of attack: De Morgan's to push negations inward, double negation to tidy, then distribute and absorb.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Look for complements appearing: B ∨ ¬B = 1 and B ∧ ¬B = 0 collapse whole terms.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Verify the result by testing one or two truth-table rows against the original.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Fewer operators means fewer gates: simplification cuts circuit cost, an exam-favourite justification.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Truth table for Q = (A ∧ B) ∨ ¬C, all eight rows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Three inputs, so 8 rows counting 000 to 111; working columns for A ∧ B and ¬C.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A ∧ B column: 0, 0, 0, 0, 0, 0, 1, 1 (only rows 110 and 111 have A = B = 1).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¬C column: 1, 0, 1, 0, 1, 0, 1, 0 (inverts the alternating C column).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Q is the OR of the two working columns, row by row.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Rows 000, 010, 100: A ∧ B = 0 but ¬C = 1, so Q = 1; rows 110 and 111: A ∧ B = 1, so Q =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Rows 001, 011, 101: A ∧ B = 0 and ¬C = 0, so Q = 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Final Q column down the rows: 1, 0, 1, 0, 1, 0, 1, 1. Q is 0 exactly when C = 1 and A ∧ B = 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Simplifying ¬(¬A ∨ B) with De Morgan's law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Start with ¬(¬A ∨ B): an outer negation over an OR.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De Morgan's law: break the bar, change ∨ to ∧, negate each term: ¬(¬A) ∧ ¬B.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Double negation: ¬(¬A) = A, giving A ∧ ¬B.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Check with a truth table: ¬A ∨ B is 0 only at A = 1, B = 0, so its negation is 1 only there.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A ∧ ¬B is also 1 only at A = 1, B = 0: the two expressions match on all four rows.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Final answer: A ∧ ¬B, using De Morgan's law then double negation.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Simplifying (A ∧ B) ∨ (A ∧ ¬B) ∨ (¬A ∧ B), naming every law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Factor A from the first two terms using distribution: A ∧ (B ∨ ¬B), leaving ∨ (¬A ∧ B).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Complement law: B ∨ ¬B = 1, so the first part becomes A ∧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Identity law: A ∧ 1 = A. The expression is now A ∨ (¬A ∧ B).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Distribution of ∨ over ∧: A ∨ (¬A ∧ B) = (A ∨ ¬A) ∧ (A ∨ B).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Complement law: A ∨ ¬A = 1, then identity law: 1 ∧ (A ∨ B) = A ∨ B.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Verify against the original: row 00 gives 0 ∨ 0 ∨ 0 = 0; rows 01, 10, 11 give 1 (terms ¬A ∧ B, A ∧ ¬B, A ∧ B fire respectively).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That is exactly A ∨ B: 0 only at row 00. Final answer: A ∨ 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The Circuit Walk (human logic gates)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Build Q = (A ∧ B) ∨ ¬C with students: inputs A, B, C at one wall; an AND student fed by A and B; a NOT student fed by C; an OR student fed by both gate outputs.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Each gate student states their rule aloud, e.g. I output 1 only if BOTH my inputs are 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Inputs hold up 0/1 cards and signals propagate by walking cards to each gate; the class predicts Q on mini-whiteboards before the signal reaches OR.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Run rows (1,0,0), (1,1,1), (0,1,1), (0,0,0): Q = 1, 1, 0, 1. Swap students between roles each row.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Round 2: build ¬(A ∧ B) and ¬A ∨ ¬B side by side with two teams and race all four input rows; both circuits give 1, 1, 1, 0, a living proof of De Morgan's law.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Ask each team to predict, before running it, one input row where the two circuits would differ if De Morgan's swapped the operator but forgot to negate each input; then test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Always-Sometimes-Never: Boolean claims  (12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classify each claim as Always, Sometimes or Never true, proving it: a named law for Always/Never, concrete A/B values (one working, one failing) for Sometimes.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Claims: (a) A ∨ ¬A = 1; (b) A ∧ B = A; (c) ¬(A ∧ B) = ¬A ∧ ¬B; (d) A ∨ (A ∧ B) = A; (e) A ⊻ A = 1; (f) A ∨ 1 = 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Reveal one at a time; a pair presents their proof while the class hunts for counterexamples.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Answers: (a) Always, complement law; (b) Sometimes, true at A=0 or B=1, false at A=1 B=0; (c) Sometimes, the classic De Morgan's error, true at A=B=0, false at A=0 B=1; (d) Always, absorption; (e) Never, XOR of identical inputs is always 0; (f) Always, null law.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Pairs repair every Sometimes or Never claim into a genuine identity, e.g. (c) becomes ¬(A ∧ B) = ¬A ∨ ¬B and (e) becomes A ⊻ A = 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Simplification Surgery (grade the mock answers)  (12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Announce: five simplifications from last year's mock, some right, some wrong; pairs grade each and rewrite any wrong right-hand side.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The five: (1) ¬(A ∨ B) = ¬A ∨ ¬B; (2) A ∨ (¬A ∧ B) = A ∨ B; (3) A ∧ (A ∨ B) = A ∧ B; (4) ¬(¬A ∧ B) = A ∨ ¬B; (5) A ⊻ B = (A ∧ B) ∨ (¬A ∧ ¬B).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Whiteboards up; tally verdicts, then settle contested lines with a single truth-table row or a named law.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Answers: (1) wrong, De Morgan's gives ¬A ∧ ¬B; (2) correct; (3) wrong, absorption gives A (test A=1, B=0); (4) correct by De Morgan's plus double negation; (5) wrong, that is XNOR; XOR = (A ∧ ¬B) ∨ (¬A ∧ B), test A=B=1.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 the two big traps: De Morgan's changes the operator AND negates each variable; and plausible answers deserve a truth-table spot check.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Pairs simplify ¬(¬A ∨ ¬B) ∨ (A ∧ ¬B) fully and prove it equals A, naming De Morgan's, distribution, complement and identity.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Complete the truth table for A ⊻ B.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Simplify ¬(¬A) ∨ (B ∧ ¬B), naming the law used at each step.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Use De Morgan's law to rewrite ¬(A ∨ ¬B) without a bracket.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State the input combinations for which Q = ¬A ∧ (B ∨ C) is 1. [2]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Complete the truth table for A ⊻ B.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Rows in order 00, 01, 10, 11 give outputs 0, 1, 1, 0 (1 mark for rows 01 and 10 correct, 1 mark for rows 00 and 11 correct). XOR is 1 only when the inputs differ.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Simplify ¬(¬A) ∨ (B ∧ ¬B), naming the law used at each step.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¬(¬A) = A by double negation (1); B ∧ ¬B = 0 by the complement law (1); A ∨ 0 = A by the identity law, so the answer is A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Use De Morgan's law to rewrite ¬(A ∨ ¬B) without a bracket.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Break the bar, swap ∨ for ∧ and negate each term: ¬A ∧ ¬(¬B) (1); double negation gives ¬A ∧ B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State the input combinations for which Q = ¬A ∧ (B ∨ C) is 1.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Q = 1 requires A = 0 and at least one of B, C to be 1 (1): the rows A=0 B=0 C=1, A=0 B=1 C=0 and A=0 B=1 C=1 (1). All other five rows give 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Simplify A ∨ (A ∧ B) and name the law used.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the commutative law and the associative law for the ∧ operator.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Show that A ∧ (B ∨ ¬A) simplifies to A ∧ B, naming each law.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student claims ¬(A ∧ B) = ¬A ∧ ¬B. Use the row A = 1, B = 0 to show the claim is false, and state the correct law. [3]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Simplify A ∨ (A ∧ B) and name the law used.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(1), by the absorption law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the commutative law and the associative law for the ∧ operator.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Commutative: A ∧ B = B ∧ A, the order of operands does not matter (1). Associative: (A ∧ B) ∧ C = A ∧ (B ∧ C), the grouping does not matter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Show that A ∧ (B ∨ ¬A) simplifies to A ∧ B, naming each law.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Distribution: A ∧ (B ∨ ¬A) = (A ∧ B) ∨ (A ∧ ¬A) (1); complement law: A ∧ ¬A = 0 (1); identity law: (A ∧ B) ∨ 0 = A ∧ B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student claims ¬(A ∧ B) = ¬A ∧ ¬B. Use the row A = 1, B = 0 to show the claim is false, and state the correct law.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At A=1, B=0: ¬(A ∧ B) = ¬0 = 1 (1) but ¬A ∧ ¬B = 0 ∧ 1 = 0, so the two differ (1). The correct law is ¬(A ∧ B) = ¬A ∨ ¬B: the operator must swap when the bar breaks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De Morgan's law just swaps the operator; you must also negate each variable, otherwise the row A=1, B=0 breaks the claim.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treat OR and XOR as the same; they differ in exactly one row: both inputs 1 gives OR = 1 but XOR = 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only AND distributes over OR, as in ordinary algebra; in Boolean algebra OR also distributes over AND: A ∨ (B ∧ C) = (A ∨ B) ∧ (A ∨ C).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write ¬A ∧ B when they mean ¬(A ∧ B); without a bracket, ¬ binds only to the variable next to it.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build truth tables with missing or misordered rows; n inputs need exactly 2 to the power n rows, counted in binary from all zeros.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 seen here: complete for truth tables (2-4 marks), simplify for expressions (2-4 marks, with laws named), show that for proving equivalences (3 marks).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OCR uses ∧, ∨, ¬ and ⊻ on the paper; you may write A·B and A+B, but you must read the exam's notation fluently.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Simplification mark schemes award the working: name the law at each step, because a correct answer with no laws can lose marks.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'Complete the truth table for the circuit Q = (A ∨ B) ∧ ¬C, then simplify ¬(¬A ∧ ¬B) using De Morgan's law.' [6]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Complete the full 8-row truth table for Q = ¬(A ∧ B) ∨ (A ∧ C), showing working columns for A ∧ B, ¬(A ∧ B) and A ∧ C, and identify the only row where Q = 0. (Answer: Q column down rows 000 to 111 is 1, 1, 1, 1, 1, 1, 0, 1; the only 0 is at A=1, B=1, C=0, because there ¬(A ∧ B) = 0 and A ∧ C = 0.)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Simplify ¬(¬A ∨ ¬B) ∨ (A ∧ ¬B) as far as possible, naming the law at every step, and verify your answer with two truth-table rows. (De Morgan's plus double negation: ¬(¬A ∨ ¬B) = A ∧ B; distribution: (A ∧ B) ∨ (A ∧ ¬B) = A ∧ (B ∨ ¬B); complement: B ∨ ¬B = 1; identity: A ∧ 1 = A. Check A=1 B=0: original = 0 ∨ 1 = 1 = A; check A=0 B=1: original = 0 ∨ 0 = 0 = A.)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Rewrite ¬(A ∧ B) using De Morgan's law.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does A ⊻ B output when A = 1 and B = 1, and why?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Simplify A ∧ (A ∨ B) and name the law used.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Rewrite ¬(A ∧ B) using De Morgan's law.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¬A ∨ ¬B: break the bar, change ∧ to ∨, negate each variable.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does A ⊻ B output when A = 1 and B = 1, and why?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0, because XOR outputs 1 only when its inputs differ.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Simplify A ∧ (A ∨ B) and name the law used.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A, by the absorption law.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