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1.4.1 Data Types (part 2 — floating point)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Week 16 (11 Jan)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explain the difference between fixed point and floating point representation and the trade-offs between them.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convert a floating point number (two's complement mantissa and exponent) to denary, including negative mantissas and negative exponents.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convert a denary number into normalised floating point form, and normalise an unnormalised number without changing its value.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add and subtract floating point numbers by aligning exponents, and explain the precision versus range trade-off.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Part 1: show -18 in 8-bit two's complement.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Part 1: the 8-bit two's complement value 11110100 is stored. What is it in denary?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Part 1: convert the binary 10011100 to hexadecimal.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Part 1: convert the hex value A3 to denary.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Part 1: in two's complement subtraction, how do you form -B, and what happens to any final carry out of the MSB?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Part 1: show -18 in 8-bit two's complement.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+18 = 00010010; invert to 11101101, add 1 to give 11101110. Check: -128+64+32+8+4+2 = -18.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Part 1: the 8-bit two's complement value 11110100 is stored. What is it in denary?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-128 + 64 + 32 + 16 + 4 = -12 (or invert and add 1 to get 00001100 = 12, so -12).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Part 1: convert the binary 10011100 to hexadecimal.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Split into nibbles from the right: 1001 1100 = 9C.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Part 1: convert the hex value A3 to denary.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10 x 16 + 3 = 163.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Part 1: in two's complement subtraction, how do you form -B, and what happens to any final carry out of the MSB?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Invert all the bits of B then add 1; the final carry out of the MSB is discarded.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Fixed point</a:t>
            </a:r>
            <a:r>
              <a:rPr sz="1800">
                <a:solidFill>
                  <a:srgbClr val="222222"/>
                </a:solidFill>
                <a:latin typeface="Calibri"/>
              </a:rPr>
              <a:t> — Binary with the point locked in one agreed position; simple and fast but limited range and precision.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Floating point</a:t>
            </a:r>
            <a:r>
              <a:rPr sz="1800">
                <a:solidFill>
                  <a:srgbClr val="222222"/>
                </a:solidFill>
                <a:latin typeface="Calibri"/>
              </a:rPr>
              <a:t> — Binary stored as a mantissa and an exponent, so the point can move: value = mantissa x 2^exponent.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Mantissa</a:t>
            </a:r>
            <a:r>
              <a:rPr sz="1800">
                <a:solidFill>
                  <a:srgbClr val="222222"/>
                </a:solidFill>
                <a:latin typeface="Calibri"/>
              </a:rPr>
              <a:t> — The significant-figures part of a float, stored in two's complement; its length sets the precision.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Exponent</a:t>
            </a:r>
            <a:r>
              <a:rPr sz="1800">
                <a:solidFill>
                  <a:srgbClr val="222222"/>
                </a:solidFill>
                <a:latin typeface="Calibri"/>
              </a:rPr>
              <a:t> — The two's complement power of two that positions the binary point; its length sets the range.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Binary point</a:t>
            </a:r>
            <a:r>
              <a:rPr sz="1800">
                <a:solidFill>
                  <a:srgbClr val="222222"/>
                </a:solidFill>
                <a:latin typeface="Calibri"/>
              </a:rPr>
              <a:t> — The boundary between whole and fractional place values; fractional weights are 0.5, 0.25, 0.125...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Normalisation</a:t>
            </a:r>
            <a:r>
              <a:rPr sz="1800">
                <a:solidFill>
                  <a:srgbClr val="222222"/>
                </a:solidFill>
                <a:latin typeface="Calibri"/>
              </a:rPr>
              <a:t> — Adjusting a float so the mantissa starts 01 (positive) or 10 (negative), maximising precision.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Precision</a:t>
            </a:r>
            <a:r>
              <a:rPr sz="1800">
                <a:solidFill>
                  <a:srgbClr val="222222"/>
                </a:solidFill>
                <a:latin typeface="Calibri"/>
              </a:rPr>
              <a:t> — How exactly a value can be represented; grows with more mantissa bits.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Range</a:t>
            </a:r>
            <a:r>
              <a:rPr sz="1800">
                <a:solidFill>
                  <a:srgbClr val="222222"/>
                </a:solidFill>
                <a:latin typeface="Calibri"/>
              </a:rPr>
              <a:t> — The spread between the largest and smallest representable magnitudes; grows with more exponent bits.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Fixed point binary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binary point sits in one fixed, agreed position; the bits either side keep normal weights.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Fractional place values halve: 0.5, 0.25, 0.125, 0.0625.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0110.1100 = 4 + 2 + 0.5 + 0.25 = 6.75.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Fast and simple, but the range and the precision are both fixed by where the point sits.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Why floating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Same idea as standard form: 342 = 3.42 x 10^2, but in base 2.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Value = mantissa x 2^exponent; the exponent slides the binary point.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same bits can represent very large and very small magnitudes.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This lesson's format: 8-bit mantissa plus 4-bit exponent, both two's complement.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Exam questions state the format each time - always read off how many bits the mantissa and exponent 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OCR-style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mantissa's binary point sits immediately after its sign bit: 01011000 means 0.1011000.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mantissa is two's complement: MSB weight -1, then 0.5, 0.25, 0.125...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exponent is a plain two's complement integer: 0011 = 3, 1110 = -2.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positive exponent moves the point right; a negative exponent moves it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Reading a positive float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Step 1: place the point after the sign bit and evaluate the mantissa with fractional weights.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Step 2: read the exponent as a two's complement integer.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Step 3: multiply, i.e. move the point that many places.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mantissa 01100000, exponent 0010: 0.11 = 0.75, then 0.75 x 4 =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Negative mantissas and negative exponents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Mantissa MSB = 1 means negative: 1.0100000 = -1 + 0.25 = -0.75 (or invert-and-add-1 to find its size).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mantissa 10100000, exponent 0100 gives -0.75 x 16 = -12.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negative exponent shrinks the value: exponent 1110 = -2 means divide by 4.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mantissa 01100000, exponent 1110 gives 0.75 x 0.25 = 0.1875.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Normalisation: what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Normalised positive mantissas start 01...; normalised negative mantissas start 10...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first two bits always differ, so no leading bits are wasted repeating the sign.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This gives maximum precision from the available mantissa bits and one unique form per value.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Quick check: 00110000 and 11100000 are NOT normalised; 01100000 and 10100000 are.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Never say normalisation changes the number - it only changes the representation.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to normalise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Shift the mantissa left one place at a time until it starts 01 or 10.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Every left shift of the mantissa must decrease the exponent by 1 to keep the value equal.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mantissa 00011000, exponent 0100: shift left twice to 01100000, exponent drops to 0010.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Check both forms: 0.0011 x 16 = 3 and 0.11 x 4 = 3 - unchanged.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Denary to normalised floating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Step 1: convert the magnitude to fixed point binary, e.g. 11.25 = 1011.01.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Step 2: slide the point to just before the first 1, counting the moves: 0.101101 x 2^4.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Step 3: write the mantissa padded to length, and the exponent in two's complement: 01011010 and 0100.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For negatives, build the positive version first, then two's complement the whole mantissa.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Floating point addition and subtraction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Step 1: align - the number with the smaller exponent has its mantissa shifted right until exponents match.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Each right shift of a mantissa adds 1 to its exponent, so the value is preserved.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Step 2: add or subtract the aligned mantissas as ordinary two's complement binary.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Step 3: renormalise the result and adjust the exponent if needed.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Subtraction is addition of the two's complement of the aligned second mantissa.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Precision versus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Total bits are fixed, so mantissa and exponent compete for them.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More mantissa bits: more significant figures, so greater precision.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More exponent bits: bigger and smaller magnitudes reachable, so greater range.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Same number of patterns either way: 2^n patterns are just spread differently.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Some values are never exact: denary 0.1 is a recurring binary fraction, causing rounding errors.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Floating point to denary: one positive, one negative (8-bit mantissa, 4-bit exponent)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Number 1: mantissa 01011000, exponent 0011.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Mantissa reads 0.1011000 = 0.5 + 0.125 + 0.0625 = 0.6875; exponent 0011 = +3.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Move the point 3 right: 0.6875 x 8 = 5.5. Answer: 5.5.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Number 2: mantissa 10100000, exponent 0100.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The mantissa MSB is 1, so it is negative: 1.0100000 = -1 + 0.25 = -0.75.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Check by invert-and-add-1: 1.0100000 inverts to 0.1011111, add 1 gives 0.1100000 = 0.75, so -0.75. Consistent.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Exponent 0100 = +4, so the value is -0.75 x 16 = -12. Answer: -12.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Denary to normalised floating point: 11.25 and -6.5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11.25 in fixed point: 11 = 1011 and 0.25 = .01, so 1011.01.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Normalise: move the point 4 places left to sit before the first 1: 0.101101 x 2^4.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Pad the mantissa to 8 bits and write the exponent in 4-bit two's complement: mantissa 01011010, exponent 0100.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Check: 0.1011010 = 0.5 + 0.125 + 0.0625 + 0.015625 = 0.703125, and 0.703125 x 16 = 11.25. Correct.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-6.5: first build +6.5 = 110.1 = 0.1101 x 2^3, so the positive mantissa is 0.1101000.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Two's complement the mantissa: invert 01101000 to 10010111, add 1 to give 10011000; exponent stays 0011.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Check: 1.0011000 = -1 + 0.1875 = -0.8125, and -0.8125 x 8 = -6.5; it starts 10, so it is normalised. Correct.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Floating point addition and subtraction: 5 + 2.5, then 5 - 2.5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A = mantissa 01010000, exponent 0011 (0.625 x 8 = 5); B = mantissa 01010000, exponent 0010 (0.625 x 4 = 2.5).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Align: B has the smaller exponent, so shift B's mantissa right 1 place: 0.0101000 with exponent 0011 (0.3125 x 8 = 2.5, value preserved).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Add mantissas: 0.1010000 + 0.0101000 = 0.1111000, exponent 0011.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Check: 0.1111000 = 0.9375, and 0.9375 x 8 = 7.5 = 5 + 2.5; it starts 01, already normalised. Correct.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Subtraction 5 - 2.5: two's complement the aligned B mantissa: 00101000 inverts to 11010111, add 1 gives 11011000.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Add: 01010000 + 11011000 = (1)00101000; discard the carry, leaving 0.0101000, exponent 0011 (= 0.3125 x 8 = 2.5).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Renormalise: shift the mantissa left 1 to 0.1010000 and decrease the exponent to 0010; check 0.625 x 4 = 2.5. Correct.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The Floating-Point Washing Line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Four students hold a mantissa 0.1100 with a peg or ruler as the moveable binary point after the first bit; a fifth student holds the exponent card 0010.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Board rule: value = mantissa x 2^exponent - the exponent tells the point-holder how many places to walk right (positive) or left (negative).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Run these in turn, class computing mantissa value first, then the walk: (a) mantissa 0.1100, exponent 0010 = 0.75 x 4 = 3; (b) mantissa 0.1010, exponent 0100 = 0.625 x 16 = 10; (c) mantissa 1.0110, exponent 0010 - negate to 0.1010 = 0.625, so -0.625 x 4 = -2.5.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Normalisation round: set the line to mantissa 0.0011, exponent 0100 (value 0.1875 x 16 = 3). Challenge: same value, stop wasting mantissa bits. Students shuffle the mantissa left two places to 0.1100 and must decide the exponent becomes 0010; check 0.75 x 4 = 3.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Debrief: positive normalised mantissas start 0.1, negative start 1.0; mantissa length gives precision, exponent length gives range.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Point at the freed-up bits on the right of the normalised mantissa: what are they now available for? (Two extra bits of precision.)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Normalise or Bust (mini-whiteboard drill)  (10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Rule on the board: shift the mantissa left, subtract 1 from the exponent per shift; stop at 01... or 10...; prove the value is unchanged.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Drill 1: mantissa 00110000, exponent 0011 - shift left 1 to 01100000, exponent 0010. Check: 0.375 x 8 = 3 and 0.75 x 4 = 3.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Drill 2: mantissa 00001100, exponent 0101 - shift left 3 to 01100000, exponent 0010. Check: 0.09375 x 32 = 3 and 0.75 x 4 = 3.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Drill 3 (negative): mantissa 11101000, exponent 0100 (value -0.1875 x 16 = -3) - shift left 2 to 10100000, exponent 0010. Check: 1.0100000 = -0.75 and -0.75 x 4 = -3.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Drill 4 (trap): mantissa 01010000, exponent 1101 - already normalised; a negative exponent does not need fixing. Do nothing.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After each reveal a student states the check sentence: same value, different representation, maximum precision.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Why can drill 3 not be normalised by the positive rule 01...? Because negative normalised mantissas must start 10 - the first two bits always differ from each other.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Always-Sometimes-Never: floating point claims  (10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Pairs judge each claim Always, Sometimes or Never on mini-whiteboards, and must defend with a rule or a counterexample.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Claims: normalising a number changes its value; a normalised positive mantissa starts 01; adding exponent bits increases precision; shifting the mantissa left means the exponent must decrease; denary 0.1 can be stored exactly in binary floating point.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Answers: Never (only the representation changes); Always (that is the definition); Never (exponent bits buy range - mantissa bits buy precision); Always (each left shift halves the multiplier needed, so exponent drops by 1); Never (0.1 is a recurring binary fraction 0.000110011..., so it is rounded).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For every Never, pairs write the corrected version as an Always statement.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Judge this one: floating point can represent more numbers than fixed point in the same bits. (Never - n bits give exactly 2^n patterns either way; floating point spreads them over a wider range, more densely near zero.)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State the purpose of the mantissa and the exponent in a floating point number.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A floating point number has an 8-bit two's complement mantissa 01101000 and a 4-bit two's complement exponent 0011. Calculate its denary value. Show your working.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Calculate the denary value of the floating point number with mantissa 10110000 and exponent 0011. Show your working.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Convert 4.75 into normalised floating point with an 8-bit mantissa and 4-bit exponent, both two's complement. [3]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State the purpose of the mantissa and the exponent in a floating point number.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mantissa holds the significant figures of the number, determining its precision (1); the exponent holds the power of two that positions the binary point, determining its range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A floating point number has an 8-bit two's complement mantissa 01101000 and a 4-bit two's complement exponent 0011. Calculate its denary value. Show your working.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Mantissa 0.1101000 = 0.5 + 0.25 + 0.0625 = 0.8125 (1); exponent 0011 = 3, so multiply by 2^3 = 8 (1); 0.8125 x 8 = 6.5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Calculate the denary value of the floating point number with mantissa 10110000 and exponent 0011. Show your working.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mantissa is negative (MSB 1): 1.0110000 = -1 + 0.375 = -0.625 (1); exponent 0011 = 3 so multiply by 8 (1); -0.625 x 8 = -5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Convert 4.75 into normalised floating point with an 8-bit mantissa and 4-bit exponent, both two's complement.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4.75 = 100.11 in fixed point (1); normalise: 0.10011 x 2^3 (1); mantissa 01001100, exponent 0011. Check: 0.59375 x 8 = 4.75 (1).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Convert -0.375 into normalised floating point with an 8-bit mantissa and 4-bit exponent.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Normalise the floating point number with mantissa 00001010 and exponent 0110, and show the value is unchanged.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Add the floating point numbers A (mantissa 01100000, exponent 0010) and B (mantissa 01000000, exponent 0011). Give the result as a normalised floating point number. [4]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designer must fit floating point numbers into 12 bits and is deciding between an 8-bit mantissa with a 4-bit exponent, or a 4-bit mantissa with an 8-bit exponent. Explain the effect of each choice. [2]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Convert -0.375 into normalised floating point with an 8-bit mantissa and 4-bit exponent.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+0.375 = 0.011 = 0.11 x 2^-1, so the positive mantissa is 0.1100000 with exponent -1 (1); two's complement the mantissa: 01100000 inverts to 10011111, add 1 gives 10100000 (1); exponent -1 = 1111. Check: 1.0100000 = -0.75 and -0.75 x 0.5 = -0.375; starts 10 so normalised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Normalise the floating point number with mantissa 00001010 and exponent 0110, and show the value is unchanged.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Shift the mantissa left 3 places to 01010000 and subtract 3 from the exponent: 0110 - 0011 = 0011 (1 for shift, 1 for exponent). Check: 0.0001010 = 0.078125 and 0.078125 x 64 = 5; 0.1010000 = 0.625 and 0.625 x 8 = 5 - unchanged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Add the floating point numbers A (mantissa 01100000, exponent 0010) and B (mantissa 01000000, exponent 0011). Give the result as a normalised floating point number. [4]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= 0.75 x 4 = 3 and B = 0.5 x 8 = 4 (1). Align A to exponent 0011 by shifting its mantissa right 1: 0.0110000 (1). Add mantissas: 0.0110000 + 0.1000000 = 0.1110000, exponent 0011 (1). Result is already normalised (starts 01): 0.875 x 8 = 7 = 3 + 4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designer must fit floating point numbers into 12 bits and is deciding between an 8-bit mantissa with a 4-bit exponent, or a 4-bit mantissa with an 8-bit exponent. Explain the effect of each choice.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8-bit mantissa gives more significant figures, so greater precision, but the small exponent limits the range (1). The 8-bit exponent gives a far larger range of magnitudes, but only 4 mantissa bits means values are stored much less precisely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normalisation changes the number; it only changes the representation - always prove the value is identical before and after.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try to normalise negatives to start 0.1; a normalised negative mantissa starts 1.0 - the rule is that the first two bits differ.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claim more exponent bits give more precision; exponent bits buy range, mantissa bits buy precision.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align exponents by shifting the wrong mantissa; shift the mantissa of the SMALLER exponent right, increasing that exponent until they match.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treat the mantissa as a sign bit plus unsigned fraction; in OCR questions the whole mantissa is one two's complement value, so read the MSB with a negative weight.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words: calculate, convert and show that, typically 2-4 marks each, with working required; normalisation questions run 2-3 marks.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Addition and subtraction questions reach 4-6 marks: method marks for aligning exponents, adding mantissas and renormalising, even if one bit slips.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precision versus range trade-off is a reliable 2-mark explain question, often dressed up as a design decision.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'A floating point number is stored with an 8-bit two's complement mantissa and a 4-bit two's complement exponent: 01011000 0100. Calculate its denary value. You must show your working.' [3] (0.6875 x 16 = 11.)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Using an 8-bit mantissa and 4-bit exponent, both two's complement: (1) convert mantissa 01011000, exponent 0100 to denary (0.6875 x 16 = 11); (2) convert 13.5 to normalised floating point (1101.1 = 0.11011 x 2^4, so mantissa 01101100, exponent 0100 - check 0.84375 x 16 = 13.5); (3) convert -4.5 (build +4.5 = 0.1001 x 2^3, negate the mantissa to 10111000, exponent 0011 - check -0.5625 x 8 = -4.5).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Add 5 (mantissa 01010000, exponent 0011) and 3 (mantissa 01100000, exponent 0010). Align 3 to exponent 0011 (mantissa 0.0110000), then add: 0.1010000 + 0.0110000 = 1.0000000 - the sum has overflowed into the sign bit and reads as negative. Repair it: shift the true sum right one place and add 1 to the exponent, giving mantissa 01000000, exponent 0100 = 0.5 x 16 = 8. Explain why renormalising after addition is essential.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patterns do normalised positive and negative mantissas start with, and why normalise at all?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While normalising you shift a mantissa two places left. What must happen to the exponent, and why?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In a fixed 12-bit float, what do you gain and lose by moving a bit from the exponent to the mantissa?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patterns do normalised positive and negative mantissas start with, and why normalise at all?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Positive: 01...; negative: 10... Normalising removes wasted leading bits, giving maximum precision and one unique representation per value.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While normalising you shift a mantissa two places left. What must happen to the exponent, and why?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decreases by 2 - each left shift doubles the mantissa, so the multiplier must halve to keep the value unchanged.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In a fixed 12-bit float, what do you gain and lose by moving a bit from the exponent to the mantissa?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Gain precision (an extra significant bit) but lose range, because the exponent can no longer reach as large or as small powers of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