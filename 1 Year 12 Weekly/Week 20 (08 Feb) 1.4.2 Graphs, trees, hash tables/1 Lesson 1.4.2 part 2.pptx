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1.4.2 Data Structures (part 2 — trees, graphs, hash tables)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20 (08 Feb)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define a tree and a binary search tree, and build a BST from a given insertion order.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add nodes to and remove nodes from a BST so the ordering property still holds.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state the order in which depth-first (post-order) and breadth-first traversals visit nodes.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represent a graph as an adjacency matrix or adjacency list, and explain how a hash table achieves O(1) lookup and handles collisions.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week 19: when inserting node N between nodes A and B in a linked list, which pointer is written first?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week 19: a circular queue of size 6 has rear = 5. What does rear become after the next enqueue, and why?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week 18: an empty stack receives push(2), push(6), pop(), push(9), pop(), pop(). List the values returned in order.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week 19: deleting the node holding 15 from the list 12 -&gt; 15 -&gt; 22 needs one pointer change. State it.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week 18: give one structural difference between a record and an array.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week 19: when inserting node N between nodes A and B in a linked list, which pointer is written first?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N's next pointer is set to B first, then A's next is set to N; the reverse order loses the route to the rest of the list.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week 19: a circular queue of size 6 has rear = 5. What does rear become after the next enqueue, and why?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rear = (5 + 1) MOD 6 = 0; the MOD wrap reuses cells freed by earlier dequeues.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week 18: an empty stack receives push(2), push(6), pop(), push(9), pop(), pop(). List the values returned in order.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6, 9, 2 (LIFO: each pop returns the most recent unpopped push).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week 19: deleting the node holding 15 from the list 12 -&gt; 15 -&gt; 22 needs one pointer change. State it.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12's next pointer is set to the node holding 22; the 15 node becomes unreachable garbage.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week 18: give one structural difference between a record and an array.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record has named fields that may hold different types; an array has indexed elements all of one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Tree</a:t>
            </a:r>
            <a:r>
              <a:rPr sz="1800">
                <a:solidFill>
                  <a:srgbClr val="222222"/>
                </a:solidFill>
                <a:latin typeface="Calibri"/>
              </a:rPr>
              <a:t> — A connected, hierarchical structure with no cycles: one root, then parents, children and leaves.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Leaf</a:t>
            </a:r>
            <a:r>
              <a:rPr sz="1800">
                <a:solidFill>
                  <a:srgbClr val="222222"/>
                </a:solidFill>
                <a:latin typeface="Calibri"/>
              </a:rPr>
              <a:t> — A node with no children.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Binary search tree (BST)</a:t>
            </a:r>
            <a:r>
              <a:rPr sz="1800">
                <a:solidFill>
                  <a:srgbClr val="222222"/>
                </a:solidFill>
                <a:latin typeface="Calibri"/>
              </a:rPr>
              <a:t> — A binary tree where every node's left subtree holds smaller values and its right subtree larger values.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Depth-first (post-order) traversal</a:t>
            </a:r>
            <a:r>
              <a:rPr sz="1800">
                <a:solidFill>
                  <a:srgbClr val="222222"/>
                </a:solidFill>
                <a:latin typeface="Calibri"/>
              </a:rPr>
              <a:t> — Visit the left subtree, then the right subtree, then the node itself; the root comes last.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Breadth-first traversal</a:t>
            </a:r>
            <a:r>
              <a:rPr sz="1800">
                <a:solidFill>
                  <a:srgbClr val="222222"/>
                </a:solidFill>
                <a:latin typeface="Calibri"/>
              </a:rPr>
              <a:t> — Visit nodes level by level from the root, left to right, using a queue of discovered nodes.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Graph</a:t>
            </a:r>
            <a:r>
              <a:rPr sz="1800">
                <a:solidFill>
                  <a:srgbClr val="222222"/>
                </a:solidFill>
                <a:latin typeface="Calibri"/>
              </a:rPr>
              <a:t> — A set of vertices connected by edges; may be directed, undirected or weighted, and may contain cycles.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Adjacency matrix</a:t>
            </a:r>
            <a:r>
              <a:rPr sz="1800">
                <a:solidFill>
                  <a:srgbClr val="222222"/>
                </a:solidFill>
                <a:latin typeface="Calibri"/>
              </a:rPr>
              <a:t> — A 2D array where cell [i][j] records whether (or at what weight) an edge joins vertex i to vertex j.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Adjacency list</a:t>
            </a:r>
            <a:r>
              <a:rPr sz="1800">
                <a:solidFill>
                  <a:srgbClr val="222222"/>
                </a:solidFill>
                <a:latin typeface="Calibri"/>
              </a:rPr>
              <a:t> — A list, for each vertex, of its neighbours; stores only edges that exist, suiting sparse graphs.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Collision</a:t>
            </a:r>
            <a:r>
              <a:rPr sz="1800">
                <a:solidFill>
                  <a:srgbClr val="222222"/>
                </a:solidFill>
                <a:latin typeface="Calibri"/>
              </a:rPr>
              <a:t> — Two different keys hashing to the same index; resolved by chaining or by rehashing to another slot.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Trees: hierarchy without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tree is connected and acyclic: exactly one route exists between any two nodes.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Vocabulary: the root at the top, edges (branches) down to children, each child has one parent.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leaf has no children; a node plus all its descendants forms a subtree.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Uses: file systems, organisation charts, HTML page structure, game move trees.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Binary trees and the BST ordering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binary tree allows each node at most two children: left and right.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binary search tree adds an ordering rule: left subtree &lt; node &lt; right subtree.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rule applies to whole subtrees, not just immediate children: every left descendant is smaller.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BST is not just any binary tree: without the ordering property, fast searching is impossible.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Searching halves the remaining tree at each step: O(log n) comparisons when balanced.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Building a BST: insertion order decides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To add a value, compare from the root: smaller goes left, larger goes right, repeat until an empty spot.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New values always join the tree as leaves; existing nodes never move.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same values inserted in a different order produce a differently shaped tree.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Sorted input builds a one-sided chain: effectively a linked list, so search degrades to O(n).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Exam habit: always process the insertion list strictly left to right, drawing after every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Removing nodes from a BST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Removing a leaf is trivial: the parent's pointer to it becomes null.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Removing a node with one child: the parent bypasses it, pointing at the child (like a linked list delete).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Removing a node with two children: replace its value with its in-order successor, the smallest value in its right subtree.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That successor has no left child, so deleting it from its old position is one of the easy cases.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After any removal the ordering rule must still hold everywhere: check by reading the tree left to 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Depth-first (post-order) traversal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Rule: visit the left subtree, then the right subtree, then the node itself.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plunges deep before going wide; a node is only visited once both its subtrees are finished.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root is therefore always visited last.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Uses: safely deleting a whole tree (children before parents) and producing postfix expressions.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Under the hood it uses a stack: the recursion from 2.2.1 stacks each unfinished node.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Here you must give the visiting ORDER; writing the full recursive algorithm belongs to 2.3.1 later this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Breadth-first traversal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Rule: visit nodes level by level from the root, left to right within each level.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uses a queue: visit a node, enqueue its children, dequeue the next node to visit.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root is visited first: the opposite end of the order from post-order.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Uses: finding the shallowest occurrence of something, and level-by-level processing.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Notice last fortnight's structures returning: depth-first rides a stack, breadth-first rides a queue.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Graphs: vertices and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graph is a set of vertices (nodes) joined by edges; cycles are allowed and there is no root.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Undirected edges work both ways; directed edges (arrows) are one-way, like Twitter follows.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Weighted edges carry a cost: distance, time or price on each connection.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Uses: road maps, computer networks, social networks, the web's link structure.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tree is really a special graph: connected, undirected and containing no cycles.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Adjacency matrix vs adjacency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Matrix: a V x V grid; cell [i][j] holds 1 (or the weight) if an edge joins i to j, else 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Undirected graphs give a symmetric matrix; edge lookup is a single cell read, O(1).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But the matrix always costs V squared cells, mostly zeros in a sparse graph.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List: each vertex stores just its neighbours (with weights if needed); memory grows with edges, not vertices squared.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Choose matrix for dense graphs or constant edge tests; list for large, sparse graphs like road maps.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Hash tables: from key to index in one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hash function turns a key into an array index, for example index = key MOD tableSize.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record is stored at that computed index: no searching happens at all.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Lookup recomputes the hash: the same key always gives the same index, so retrieval is direct, O(1).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Uses: username and password lookup, caches, compiler symbol tables, Python dictionaries.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Contrast: a hash table finds one key instantly but holds no ordering; a BST keeps order but costs O(log 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Collisions and how to handle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collision is two different keys hashing to the same index: inevitable, not a fault.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Chaining: each index holds a linked list; colliding items join the chain, searched linearly.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Rehashing (e.g. linear probing): apply a rule such as step to the next free cell, wrapping at the end.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Searching retraces exactly the same probes; reaching an empty cell proves the key is absent.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As the table fills (load factor rises), chains and probe runs grow, and lookup drifts away from O(1).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Building a BST from 50, 30, 70, 20, 40, 60, 80 — then removing 30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50 enters the empty tree as the root.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30 &lt; 50, so 30 becomes the left child of 50. 70 &gt; 50, so 70 becomes the right child.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20: less than 50 (go left), less than 30: left child of 30. 40: less than 50, greater than 30: right child of 30.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60: greater than 50 (go right), less than 70: left child of 70. 80: greater than 50, greater than 70: right child of 70.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Shape: root 50; 30 has children 20 and 40; 70 has children 60 and 80. Perfectly balanced, three levels.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Comprehension check: 65 would walk 50 (right), 70 (left), 60 (right): new right child of 60.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Remove 30, a node with two children: replace its value with its in-order successor, 40, the smallest value in its right subtree.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8. The old 40 node was a leaf, so it is simply detached. The left subtree now reads 20, 40 and the ordering rule still holds everywhere.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Traversing the original 50/30/70 tree both ways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Depth-first (post-order) rule: left subtree, right subtree, then the node itself.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Left subtree of 50 (rooted at 30): its left leaf 20, its right leaf 40, then 30: giving 20, 40, 30.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Right subtree of 50 (rooted at 70): 60, then 80, then 70: giving 60, 80, 70.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The root comes last. Full post-order: 20, 40, 30, 60, 80, 70, 50.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Breadth-first uses a queue: visit 50, then level two left to right (30, 70), then level three (20, 40, 60, 80).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Full breadth-first: 50, 30, 70, 20, 40, 60, 80. It matches the insertion order here only because this tree happens to be balanced: that is a coincidence, not a rule.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Contrast for later: in-order (left, node, right) would give 20, 30, 40, 50, 60, 70, 80: ascending, straight from the BST property.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One graph, two representations: undirected edges A-B, A-C, B-C, C-D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The graph has 4 vertices and 4 edges; D connects only to C.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Adjacency matrix (rows and columns A, B, C, D): row A: 0 1 1 0; row B: 1 0 1 0; row C: 1 1 0 1; row D: 0 0 1 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The matrix is symmetric because the graph is undirected, and it costs 4 x 4 = 16 cells however few edges exist.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Adjacency list: A: B, C. B: A, C. C: A, B, D. D: C. That is 8 entries, each edge recorded twice.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Edge test, is B joined to D? Matrix: read cell [B][D] instantly (0, no). List: scan B's neighbours A, C and conclude no.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Adding weights: each matrix cell holds the weight instead of 1; each list entry becomes a (neighbour, weight) pair.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Verdict: this small dense graph suits either; scale to a national road map (millions of vertices, few edges each) and the matrix's V squared zeros make the list the only sane choice.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Grow-Your-Own BST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Seven students draw cards 50, 30, 70, 20, 40, 60, 80 and insert themselves in that order, the class chanting the rule each time: smaller goes left, larger goes right, walking from the root to an empty spot. Arms become branches.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Comprehension check: where would 65 go? Walk it: 50 right, 70 left, 60 right: new right child of 60.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Traversal walks: a volunteer walks depth-first (post-order: left, right, root) while the class records the sequence, then a second volunteer walks breadth-first level by level.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Expected: post-order 20, 40, 30, 60, 80, 70, 50 (root last); breadth-first 50, 30, 70, 20, 40, 60, 80 (root first).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Rebuild the tree from sorted input 20, 30, 40, 50, 60, 70, 80: a right-leaning chain appears, and the class counts search steps for 80 (7 versus 3 in the balanced tree).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insertion order decides shape; balanced gives O(log n) search, a degenerate chain gives O(n).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Remove the 30 student: the class must nominate the replacement (in-order successor 40) and justify why the ordering rule survives.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Coat-Hook Hash Table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Seven chairs labelled 0 to 6 form the table; the hash function is index = key MOD 7, computed aloud by the class before each key-holder sits.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Insert 6 (sits at 6), then 15 (15 MOD 7 = 1). Insert 22: 22 MOD 7 = 1, chair taken: a collision. Agree linear probing (step right to the next empty chair, wrapping): 22 sits at 2. Insert 8: hashes to 1, probes past 1 and 2, sits at 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Search demo: find key 8. Hash to 1, compare chairs 1 (15), 2 (22), 3 (8): found in 3 comparisons.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Unsuccessful search: is 29 in the table? 29 MOD 7 = 1; probe chairs 1, 2, 3 (all wrong), chair 4 is empty: 29 is definitively absent.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hashing gives near O(1) lookup; collisions are expected and handled; as chairs fill, probe chains grow and speed decays.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Re-run resolving collisions by chaining (colliders queue behind chair 1) and compare the two searches for key 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Which Structure Am I? Corners (full edition)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Corner signs: STACK, QUEUE, TREE/BST, HASH TABLE; the centre floor means something else, say what. Read a scenario; students walk; a delegate per corner justifies before the reveal.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Scenarios: (a) undo in a text editor; (b) print jobs for a shared printer; (c) 100,000 usernames needing near-instant login lookup; (d) a company organisation chart; (e) the browser back button; (f) keypresses buffered while the CPU is busy; (g) customer records listed alphabetically on demand; (h) a chessboard's 8 x 8 grid; (i) cities and the roads between them.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Answers: (a) stack; (b) queue; (c) hash table, O(1) lookup by key; (d) tree, one root, no cycles; (e) stack; (f) queue; (g) BST, ordered retrieval at O(log n); (h) centre: 2D array; (i) centre: graph, many-to-many with cycles, so not a tree.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After each reveal, ask the losing corners why their structure is worse here, not just why the winner is good.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For scenario (i), ask whether an adjacency matrix or list suits a sparse national road map and why (list: memory grows with edges, not vertices squared).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The values 40, 20, 60, 10, 30, 50, 70 are inserted in that order into an empty binary search tree. Describe the resulting tree.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the order a depth-first (post-order) traversal visits the nodes of that tree.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State the order a breadth-first traversal visits the same tree, and name the data structure the traversal relies on.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inserting already-sorted data into a binary search tree harms search performance.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The values 40, 20, 60, 10, 30, 50, 70 are inserted in that order into an empty binary search tree. Describe the resulting tree.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40 is the root (1); 20 is its left child with children 10 and 30 (1); 60 is its right child with children 50 and 70, giving a balanced three-level tree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the order a depth-first (post-order) traversal visits the nodes of that tree.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10, 30, 20, 50, 70, 60, 40 (2 marks; 1 mark if the root 40 is correctly last but one subtree order slips).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State the order a breadth-first traversal visits the same tree, and name the data structure the traversal relies on.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40, 20, 60, 10, 30, 50, 70 (1); it uses a queue of discovered nodes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inserting already-sorted data into a binary search tree harms search performance.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Each new value is larger than the last, so every insertion goes right (1); the tree degenerates into a one-sided chain, effectively a linked list (1); searching then takes O(n) comparisons instead of O(log n)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social network has millions of users, each with relatively few friends. Justify representing it as an adjacency list rather than an adjacency matrix.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Describe how a hash table stores and retrieves a customer record using the account number as the key, and explain why lookup is fast.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Keys 25, 13 and 34 are inserted into a hash table of size 7 using index = key MOD 7. State each index, identify the collision, and explain how chaining resolves it.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node with two children is removed from a binary search tree. Explain how the tree is restructured so the ordering property still holds. [3]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social network has millions of users, each with relatively few friends. Justify representing it as an adjacency list rather than an adjacency matrix.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graph is sparse (1); a matrix needs V squared cells, almost all zeros, which is wasteful at millions of vertices (1); a list stores only the edges that exist, so memory grows with friendships, not users squared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Describe how a hash table stores and retrieves a customer record using the account number as the key, and explain why lookup is fast.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hash function is applied to the account number to compute an index (1); the record is stored at that index in the table (1); retrieval applies the same function to the same key, giving the same index (1); the record is accessed directly with no searching, so lookup is approximately O(1)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Keys 25, 13 and 34 are inserted into a hash table of size 7 using index = key MOD 7. State each index, identify the collision, and explain how chaining resolves it.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25 MOD 7 = 4 (1); 13 MOD 7 = 6 (1); 34 MOD 7 = 6, colliding with 13 (1); with chaining, index 6 holds a linked list and 34 is appended behind 13, so both remain retrievable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node with two children is removed from a binary search tree. Explain how the tree is restructured so the ordering property still holds.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node's value is replaced by its in-order successor, the smallest value in its right subtree (or largest in its left) (1); that value is greater than everything in the left subtree and no larger than anything remaining in the right (1); the successor node is then deleted from its old position, which is a leaf or one-child case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any binary tree is a binary search tree; a BST needs the ordering property, left subtree &lt; node &lt; right subtree, applied to whole subtrees.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swap the traversal machinery: depth-first relies on a stack (or recursion), breadth-first on a queue, not the other way round.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insertion order into a BST does not matter; it fixes the shape, and sorted input collapses search from O(log n) to O(n).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treat a collision as the hash function being broken or data being lost; collisions are expected and handled by chaining or rehashing.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assume a hash table keeps data sorted; it does not, which is exactly why an ordered listing needs a BST instead.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 seen here: draw or show for building a BST from an insertion order (2-4 marks), state for traversal orders (2 marks), justify or compare for matrix versus list (2-6 marks), describe for hash storage and lookup (3-4 marks).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At 1.4.2 the traversal question asks for the visiting order only; writing the recursive traversal algorithm is examined under 2.3.1.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Adjacency matrix versus adjacency list is a classic justify question: always quote the graph's density and the V squared memory cost.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'The following values are added to a binary search tree in the order given. Draw the tree, then state the order in which a post-order traversal visits the nodes.' [4]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Insert 45, 25, 65, 15, 35, 55, 75, 30 in that order into an empty BST and draw it. Write out the depth-first (post-order) and breadth-first traversal orders, then remove 25 and redraw the tree. (Shape: root 45; 25 has children 15 and 35, and 35 has left child 30; 65 has children 55 and 75. Post-order: 15, 30, 35, 25, 55, 75, 65, 45. Breadth-first: 45, 25, 65, 15, 35, 55, 75, 30. Removing 25: replace it with its in-order successor 30, which detaches from 35 as a leaf.)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postcode lookup service must (a) return the address for a full postcode in near-constant time and (b) list all stored postcodes in alphabetical order on demand. Explain why no single structure from this topic does both jobs well, propose a combination of a hash table and a BST, and describe the cost of keeping both structures consistent every time a postcode is added or removed.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In one sentence, what turns a binary tree into a binary search tree?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traversal visits the root last, and which structure does breadth-first traversal rely 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Two keys hash to index 3. State the term for this and one way to resolve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In one sentence, what turns a binary tree into a binary search tree?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Every node's left subtree holds only smaller values and its right subtree only larger values.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traversal visits the root last, and which structure does breadth-first traversal rely 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Depth-first (post-order) visits the root last; breadth-first relies on a queue.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Two keys hash to index 3. State the term for this and one way to resolve it.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collision; resolve by chaining (a linked list at that index) or by rehashing/probing to another free slot.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