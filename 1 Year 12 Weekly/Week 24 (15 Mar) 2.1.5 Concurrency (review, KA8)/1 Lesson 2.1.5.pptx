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2.1.5 Thinking Concurrently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Week 24 (15 Mar)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explain what it means for parts of a problem to be carried out concurrently.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identify which tasks in a scenario can run at the same time by checking for data dependencies.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weigh the benefits of concurrency (speed, responsiveness, hardware use) against its trade-offs (shared data, coordination, testing).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distinguish true parallel processing on multiple cores from concurrency by time-slicing on one 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2.1.1: what is the difference between representational abstraction and abstraction by generalisation?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2.1.2: what is caching, and what is its main risk?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2.1.3: what does it mean to decompose a problem, and why do it?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2.1.4: rewrite 'if the user is old enough' as a condition suitable for a flowchart decision.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1.4.3 part 2: state the Sum and Carry expressions of a half adder.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2.1.1: what is the difference between representational abstraction and abstraction by generalisation?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Representational abstraction removes unnecessary detail from one specific thing (e.g. the Tube map); generalisation groups many things by shared characteristics (e.g. an Animal superclass).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2.1.2: what is caching, and what is its main risk?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Storing frequently used or expensive-to-fetch data in faster storage for reuse; the risk is stale data if the source changes and the copy is not refreshed.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2.1.3: what does it mean to decompose a problem, and why do it?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Break it into smaller sub-problems, each simple enough to specify exactly; parts can then be built, tested and reused independently.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2.1.4: rewrite 'if the user is old enough' as a condition suitable for a flowchart decision.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An exact, testable Boolean such as if age &gt;= 18; vague phrases cannot be evaluated.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1.4.3 part 2: state the Sum and Carry expressions of a half adder.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Sum = A ⊻ B and Carry = A ∧ B; it adds two bits and has no carry-in.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Thinking concurrently</a:t>
            </a:r>
            <a:r>
              <a:rPr sz="1800">
                <a:solidFill>
                  <a:srgbClr val="222222"/>
                </a:solidFill>
                <a:latin typeface="Calibri"/>
              </a:rPr>
              <a:t> — Identifying the parts of a problem that can be carried out at the same time rather than one after another.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Concurrency</a:t>
            </a:r>
            <a:r>
              <a:rPr sz="1800">
                <a:solidFill>
                  <a:srgbClr val="222222"/>
                </a:solidFill>
                <a:latin typeface="Calibri"/>
              </a:rPr>
              <a:t> — Multiple tasks making progress in overlapping time, by true parallelism or by interleaving.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Parallel processing</a:t>
            </a:r>
            <a:r>
              <a:rPr sz="1800">
                <a:solidFill>
                  <a:srgbClr val="222222"/>
                </a:solidFill>
                <a:latin typeface="Calibri"/>
              </a:rPr>
              <a:t> — Tasks running literally simultaneously, each on its own processor core.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Time-slicing</a:t>
            </a:r>
            <a:r>
              <a:rPr sz="1800">
                <a:solidFill>
                  <a:srgbClr val="222222"/>
                </a:solidFill>
                <a:latin typeface="Calibri"/>
              </a:rPr>
              <a:t> — One core switching rapidly between tasks so they appear simultaneous without truly being so.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Data dependency</a:t>
            </a:r>
            <a:r>
              <a:rPr sz="1800">
                <a:solidFill>
                  <a:srgbClr val="222222"/>
                </a:solidFill>
                <a:latin typeface="Calibri"/>
              </a:rPr>
              <a:t> — When one task needs another task's output, forcing those tasks to run in sequence.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Race condition</a:t>
            </a:r>
            <a:r>
              <a:rPr sz="1800">
                <a:solidFill>
                  <a:srgbClr val="222222"/>
                </a:solidFill>
                <a:latin typeface="Calibri"/>
              </a:rPr>
              <a:t> — When the result of concurrent tasks sharing data depends on the unpredictable order they run in.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Deadlock</a:t>
            </a:r>
            <a:r>
              <a:rPr sz="1800">
                <a:solidFill>
                  <a:srgbClr val="222222"/>
                </a:solidFill>
                <a:latin typeface="Calibri"/>
              </a:rPr>
              <a:t> — When tasks each hold a resource another needs and all wait forever, so none can proceed.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Synchronisation</a:t>
            </a:r>
            <a:r>
              <a:rPr sz="1800">
                <a:solidFill>
                  <a:srgbClr val="222222"/>
                </a:solidFill>
                <a:latin typeface="Calibri"/>
              </a:rPr>
              <a:t> — Coordinating concurrent tasks: controlling access to shared data and recombining results at the 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What thinking concurrently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Most plans are written as one step after another, but many steps do not need to wait.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Thinking concurrently means spotting the parts of a problem that can happen at the same time.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Tasks progress in overlapping time instead of strictly in sequence.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It is a design skill: you decide what could overlap before writing any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Concurrent versus parallel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Parallel processing: tasks run literally at the same instant on separate cores.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On a single core, concurrency is time-slicing: the core switches rapidly between tasks.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Time-slicing gives the appearance of simultaneity but no extra computing power.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Concurrent describes the design (overlapping tasks); parallel describes one way of executing it.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Exam nuance: concurrent execution on one core is not faster for CPU-heavy work, because nothing truly overlaps.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dependency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Two tasks can run concurrently only if they are independent.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test question: does one task consume the other task's output?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If yes, there is a data dependency and the tasks must stay in sequence.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If no shared data and no consumed output, the tasks are safe to overlap.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Always run the dependency test before claiming tasks can run together: examiners reward the justification.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Everyday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Cooking: rice boils while vegetables are chopped, but plating must wait for both.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Building a house: plumbing and wiring proceed together, but both need the walls first.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supermarket opens more checkouts: independent customers are served in parallel.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 each case some steps overlap and some are forced into order by dependencies.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Concurrency in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phone app downloads a file while its interface keeps responding to taps.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web server handles thousands of visitors' requests at once.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game updates enemy behaviour while playing music and reading player input.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photo upload can generate thumbnails, scan content and save the original simultaneously.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Benefit: speed and hardware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Independent tasks spread across cores finish sooner than the same tasks queued on one.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Modern CPUs have many cores; a purely sequential program leaves most of them idle.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While one task waits for slow input or output, another can use the processor.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Total time shrinks towards the longest chain of dependent steps, not the sum of all steps.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Benefit: responsiveness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long task run sequentially freezes everything behind it, including the user interface.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Run concurrently, the slow work continues in the background while the interface stays live.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Users see progress bars and can cancel, instead of a frozen window.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Responsiveness matters even on a single core: waiting-heavy tasks interleave well.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Trade-off: shared data and race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Trouble starts when concurrent tasks read and write the same data.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Two tasks may both read a value, change it, and write back, losing one update.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Example: two travellers book the last seat because both checked before either saved.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result depends on unpredictable timing: a race condition.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Preventing it means making tasks take turns with the shared data, which reintroduces waiting.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Trade-offs: coordination, testing and deadlock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Someone must split the work, share out tasks and recombine results: coordination overhead.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Starting and switching between tasks costs time; tiny tasks can cost more than they save.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Timing-dependent bugs may appear one run in a thousand, making testing and debugging much harder.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Tasks waiting on resources each other hold can deadlock: everyone waits forever.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Some problems are inherently sequential: a running total needs each previous sum, so concurrency cannot help.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Answering concurrency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Name the scenario's actual tasks; never answer with generic statements.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Justify each concurrent pair with independence, each sequential pair with its data dependency.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For discuss questions, pair every benefit with a trade-off and give a scenario-specific example.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State the hardware caveat: multiple cores give true parallelism, one core only time-slices.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Applying concurrent thinking to a photo upload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List the tasks: (a) generate three thumbnail sizes, (b) scan the image for prohibited content, (c) save the original to storage.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Run the dependency test: all three work from the same uploaded image and none consumes another's output, so they are independent.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Decision: (a), (b) and (c) can run concurrently.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Note the sequencing point that remains: publishing must wait for the scan result, so publish stays sequential after (b).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Benefit: the upload completes sooner and the app stays responsive, using several cores at once.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Trade-off: if the tasks write status updates to one shared record, updates can race; coordination code is needed, and a timing bug would be hard to reproduce.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Dependency analysis of a sales report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The job: total each of five regions' sales, then combine the five totals into a grand total.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Dependency test on the regional totals: each region's total uses only that region's data, so the five totals are mutually independent.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Decision: the five regional totals can be computed concurrently, one per core.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Dependency test on the grand total: it consumes all five regional outputs, a data dependency.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Decision: the grand total must run after every regional task has finished: a synchronisation point.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Overall time falls from five regional jobs in a row to roughly the slowest single region plus the quick final sum.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How a race condition sells one seat twice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A booking system stores seatsLeft = 1. Two customers, X and Y, click Buy at nearly the same moment.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Task X reads seatsLeft and sees 1: the seat looks available.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Before X saves anything, task Y also reads seatsLeft and also sees 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X writes seatsLeft = 0 and issues a ticket; Y, working from its earlier read, also writes 0 and issues a ticket.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Two tickets exist for one seat. Run again with slightly different timing and Y might see 0 and be refused: the outcome depends on timing, which is what makes it a race condition.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Fix: force the check-and-book step to happen one customer at a time (taking turns on the shared data); the trade-off is that other customers wait, reintroducing a queue.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Kitchen Brigade (concurrency role-play)  (20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Groups of 6: a recipe card for a two-course order (chop vegetables, simmer soup 5 'minutes', fry chicken 4 'minutes' in the pan, boil rice 3 'minutes', plate soup, plate main, garnish both), where one minute is 20 real seconds; roles: Head Chef (coordinates, may not cook), cooks, Inspector (records timings); exactly one frying-pan card per kitchen.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Round 1, single core: one cook does every task in sequence while others watch; the Inspector times the full order.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Round 2, parallel: all cooks work at once with the Head Chef assigning tasks. Independent tasks (chop, boil rice, fry) overlap; the Inspector records the new time and the dependencies that still forced waiting (soup must simmer before plating; garnish last).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Round 3, the shared pan: add a second order that also needs frying. If one cook grabs the pan mid-fry, the first dish is ruined: the result depends on who grabbed it when. Name it: a race condition on a shared resource.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Debrief against the spec: benefits (faster, better use of many cooks, responsiveness) versus trade-offs (coordination, race conditions, waiting for the pan, plating inherently sequential).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The Inspector computes the theoretical minimum time (the longest chain of dependent tasks) and the group explains why adding a seventh cook would barely help.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Parallel or Sequential? Dependency Detective  (15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Pairs sort task-pair cards into Can run concurrently or Must stay sequential, writing the data dependency for every sequential verdict.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Web page load: (download image A / download image B), (fetch the HTML / render the HTML), (download CSS / download JS).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Results day: (print certificates / stuff envelopes with those certificates), (calculate Maths grades / calculate CS grades), (calculate grades / publish grades online).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Game frame: (update enemy AI / play background music), (move sprites / detect collisions), (render this frame / compute next frame's physics — the trick card).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Answers: concurrent pairs are image A/B, CSS/JS, Maths/CS grades, AI/music, and render/next-physics (different frames, so no dependency); sequential pairs are fetch before render, print before stuff, calculate before publish, move before collision detection (collisions need the new positions).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For each concurrent pair, state what must happen at the end (results synchronised: the page renders only when all assets arrive) and whether it would actually be faster on a single core.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The Concurrency Continuum  (12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Tape a line across the room labelled Definitely make it concurrent at one end and Keep it sequential at the other.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Read each system; students place themselves and justify with a benefit or trade-off when interviewed: (a) a web server handling thousands of requests; (b) a running total of 1000 numbers where each step needs the previous sum; (c) a phone app downloading a file while keeping the UI responsive; (d) two threads updating one shared bank balance; (e) rendering different regions of one movie frame on a 16-core machine; (f) a single-core microcontroller doing two CPU-heavy calculations.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Expected clustering: (a), (c), (e) concurrent (throughput, responsiveness, true parallelism); (b) sequential (each step depends on the previous output); (d) sequential-leaning (race-condition risk on shared data); (f) sequential (one core time-slices with overhead, no speed-up).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Complication round: for (d) add 'protected so only one thread touches the balance at a time' and for (f) add 'one task mostly waits on a slow sensor'; discuss who moves and why.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Exit line: every student states one benefit and one trade-off before sitting down.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Students at the extremes argue the opposite end for 30 seconds, steelmanning the trade-off table.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Describe what it means to think concurrently when designing a solution.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A video editor must (i) render clip A, (ii) render clip B, and (iii) join the two rendered clips. State which tasks can run concurrently and which cannot, justifying each answer.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Give two benefits of a program carrying out tasks concurrently.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what a race condition is, using two tasks that both add money to the same account balance as your example. [3]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Describe what it means to think concurrently when designing a solution.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Identifying the parts of a problem that can be carried out at the same time (1) rather than strictly one after another, e.g. running independent tasks in parallel or interleaved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A video editor must (i) render clip A, (ii) render clip B, and (iii) join the two rendered clips. State which tasks can run concurrently and which cannot, justifying each answer.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(i) and (ii) can run concurrently because they are independent: neither needs the other's output (1). (iii) cannot run with them because it consumes both rendered clips: a data dependency (1), so joining must wait until both renders have finished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Give two benefits of a program carrying out tasks concurrently.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Any two of: it finishes sooner / higher throughput by using multiple cores (1); the program stays responsive, e.g. the interface works during a long task (1); better use of processor time while one task waits on slow input/output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what a race condition is, using two tasks that both add money to the same account balance as your example.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Both tasks read the same starting balance (1); each adds its amount and writes back, so the second write overwrites the first and one deposit is lost (1). The final balance depends on the unpredictable timing/order of the two tasks, which is what makes it a race condition (1).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Explain the difference between parallel processing and concurrency achieved on a single-core processor.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Give two reasons why a concurrent program is harder to develop and test than a sequential one.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student claims that making a program concurrent always makes it faster. Evaluate this claim.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 weather app must fetch the radar image, download the 5-day forecast and load a local news feed, then draw the forecast graph. Identify the concurrent tasks and the sequential step, with reasons. [3]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Explain the difference between parallel processing and concurrency achieved on a single-core processor.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Parallel processing runs tasks literally simultaneously on separate cores (1); a single core time-slices, switching rapidly between tasks so they only appear simultaneous and no extra work is done per second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Give two reasons why a concurrent program is harder to develop and test than a sequential one.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Any two of: access to shared data must be coordinated to avoid race conditions or deadlock (1); timing-dependent bugs may only appear on rare runs, so they are hard to reproduce and debug (1); results from separate tasks must be synchronised and recombined correctly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student claims that making a program concurrent always makes it faster. Evaluate this claim.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False in general. On a single core, concurrency is only time-slicing, and switching between tasks adds overhead (1). Tasks with data dependencies, such as a running total, are inherently sequential, so they gain nothing (1). Concurrency speeds up independent tasks on multi-core hardware, so the benefit depends on the problem and the hardware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 weather app must fetch the radar image, download the 5-day forecast and load a local news feed, then draw the forecast graph. Identify the concurrent tasks and the sequential step, with reasons.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three fetches are independent: none needs another's output, so they can run concurrently (1), making the screen load faster and keeping the app responsive (1). Drawing the graph consumes the downloaded forecast data, a data dependency, so it must run after that download completes (1).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concurrent always means faster; on one core it is only time-slicing, task-switching adds overhead, and dependent steps cannot overlap at all.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treat concurrent and parallel as synonyms; concurrency is overlapping progress, while parallel means literally simultaneous execution on separate cores.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claim any two tasks can run together; only independent tasks can, and the test is whether one consumes the other's output.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confuse a race condition with deadlock; a race gives a wrong or unpredictable result from timing, while deadlock means tasks wait on each other forever and nothing proceeds.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forget the recombining step; concurrent tasks usually need synchronising at the end, like a web page that renders only when all assets have arrived.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exam asks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KA8 is sat this week: a cumulative assessment covering 2.1.1 to 2.1.5, so today's Do Now sweep of abstraction, thinking ahead, procedural and logical thinking is direct revision.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Command words seen here: identify tasks that can run concurrently (2-3 marks, justification via dependencies required), explain a benefit or drawback (2-4 marks), discuss/evaluate concurrency for a scenario (up to 9 marks).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Discuss questions are marked on both sides: pair each benefit (speed, responsiveness, hardware use) with a trade-off (race conditions, coordination overhead, harder testing), applied to the scenario's actual tasks.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stem: 'An online store processes orders by checking stock, taking payment and emailing a receipt, for many customers at once. Discuss the benefits and drawbacks of the store handling customers' orders concurrently.' [9]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An online store builds its daily sales report by (i) totalling each of four regions' sales and (ii) combining the regional totals into a grand total. State which parts can run concurrently and which must wait, justifying both with the dependency test; then give one benefit of the concurrent design and one trade-off the developers accept. (The four regional totals are independent, so they can run concurrently, one per core; the grand total consumes all four outputs, so it must wait for every region: a synchronisation point. Benefit: the report finishes in roughly the time of the slowest region. Trade-off: coordination code to split, track and recombine the work, and harder testing.)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ticket-booking site risks selling the last seat twice when two customers book concurrently. Explain step by step how this race condition arises (both read seatsLeft = 1 before either writes 0), describe one way to prevent it (make check-and-book a take-turns step on the shared seat data), and evaluate the cost of your fix (customers queue for the shared step, reducing the speed benefit; the coordination code also makes the system harder to test).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pair is safe to run concurrently, and why: (A) rendering a clip then exporting that same clip, or (B) generating audio for scene 1 and for scene 2?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Two tasks update a shared total without taking turns and the final figure depends on which finished last. Name the problem.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Give one benefit and one trade-off of concurrency for a phone app downloading a large file.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pair is safe to run concurrently, and why: (A) rendering a clip then exporting that same clip, or (B) generating audio for scene 1 and for scene 2?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B: the two scenes share no data, so the tasks are independent; A has a data dependency because exporting consumes the rendered clip.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Two tasks update a shared total without taking turns and the final figure depends on which finished last. Name the problem.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race condition.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Give one benefit and one trade-off of concurrency for a phone app downloading a large file.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Benefit: the interface stays responsive during the download. Trade-off: coordination is needed (e.g. shared progress data must be handled carefully), making the app harder to write and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