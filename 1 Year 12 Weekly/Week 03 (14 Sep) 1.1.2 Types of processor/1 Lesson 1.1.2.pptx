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1.1.2 Types of Processor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differences between CISC and RISC processors and where each is used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GPUs and their uses, including general-purpose (non-graphics) applications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knowledge of multicore and parallel processing to justify a processor choice for a given workload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1.1.1, what is the key feature of the Von Neumann architecture?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1.1.1, which architecture can fetch an instruction at the same time as reading/writing data,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1.1.1, why does adding more cores not always improve performance?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what does the width of the address bus determine?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1.1.1, what is pipelining and what does it improve?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From 1.1.1, what is the key feature of the Von Neumann architecture?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single shared memory and bus for both data and instructions.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From 1.1.1, which architecture can fetch an instruction at the same time as reading/writing data,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Harvard, because it has separate memories and buses for instructions and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From 1.1.1, why does adding more cores not always improve performance?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Only if the task can be parallelised and the software supports it; sequential or dependent tasks gain little.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From 1.1.1, what does the width of the address bus determine?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maximum number of addressable memory locations, calculated as 2^n.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From 1.1.1, what is pipelining and what does it improve?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Overlapping the fetch, decode and execute stages of consecutive instructions, increasing instruction throughput.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CISC</a:t>
            </a:r>
            <a:r>
              <a:rPr sz="1800">
                <a:solidFill>
                  <a:srgbClr val="222222"/>
                </a:solidFill>
                <a:latin typeface="Calibri"/>
              </a:rPr>
              <a:t> — Complex Instruction Set Computer; many complex variable-length instructions with complexity in hardware; used in x86 desktops.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RISC</a:t>
            </a:r>
            <a:r>
              <a:rPr sz="1800">
                <a:solidFill>
                  <a:srgbClr val="222222"/>
                </a:solidFill>
                <a:latin typeface="Calibri"/>
              </a:rPr>
              <a:t> — Reduced Instruction Set Computer; few simple fixed-length instructions aiming for one cycle each; used in ARM mobile/embedded.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GPU</a:t>
            </a:r>
            <a:r>
              <a:rPr sz="1800">
                <a:solidFill>
                  <a:srgbClr val="222222"/>
                </a:solidFill>
                <a:latin typeface="Calibri"/>
              </a:rPr>
              <a:t> — Many-core processor that applies the same operation to large blocks of data in parallel (data parallelism).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GPGPU</a:t>
            </a:r>
            <a:r>
              <a:rPr sz="1800">
                <a:solidFill>
                  <a:srgbClr val="222222"/>
                </a:solidFill>
                <a:latin typeface="Calibri"/>
              </a:rPr>
              <a:t> — General-purpose computing on a GPU for non-graphics tasks such as machine learning, simulation and hashing.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Multicore processor</a:t>
            </a:r>
            <a:r>
              <a:rPr sz="1800">
                <a:solidFill>
                  <a:srgbClr val="222222"/>
                </a:solidFill>
                <a:latin typeface="Calibri"/>
              </a:rPr>
              <a:t> — A chip containing two or more independent cores, each able to run its own fetch-decode-execute cycle.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Parallel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Carrying out multiple computations simultaneously by splitting a task across cores.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parallelism</a:t>
            </a:r>
            <a:r>
              <a:rPr sz="1800">
                <a:solidFill>
                  <a:srgbClr val="222222"/>
                </a:solidFill>
                <a:latin typeface="Calibri"/>
              </a:rPr>
              <a:t> — Applying the same operation to many independent data items at the same time.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dependency</a:t>
            </a:r>
            <a:r>
              <a:rPr sz="1800">
                <a:solidFill>
                  <a:srgbClr val="222222"/>
                </a:solidFill>
                <a:latin typeface="Calibri"/>
              </a:rPr>
              <a:t> — When one step needs the result of a previous step, forcing the work to run sequentially.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CISC vs RISC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CISC has many complex, variable-length, multi-cycle instructions with complexity in hardware; RISC has few simple, fixed-length instructions aiming for one cycle each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RISC is easier to pipeline (uniform, single-cycle instructions) and uses less power, making it ideal for battery devices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Typical use: CISC in x86 desktops/laptops; RISC in ARM mobile phones and embedded systems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Where the complexity 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CISC keeps complexity in hardware, so each task needs fewer instructions and less compiler effort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RISC pushes complexity to the software/compiler, so programs need more instructions and more RAM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Modern x86 chips internally translate CISC instructions into RISC-like micro-ops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GPUs and GPGPU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GPU has thousands of small cores applying the same operation to large data sets in parallel (data parallelism)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Graphics use: transforming and shading many pixels/vertices of a 3D scene simultaneously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GPGPU (non-graphics) uses: machine-learning/neural-network training, scientific simulation, image/video processing, crypto hashing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Multicore and parallel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Multicore CPUs contain several independent cores that can process instructions at the same time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Parallel processing splits a task across cores, but the software must be written to use them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Tasks parallelise poorly with data dependency, coordination overhead or an inherently sequential algorithm (limited by the serial fraction)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Choosing CPU vs GPU for a data-parallel workload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Identify the workload: the same calculation applied to millions of independent data points with little branching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Recognise this as highly data-parallel, which suits many small cores working simultaneously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Match to a GPU: thousands of cores maximise throughput across the data points in parallel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Note the caveat: the software must be written to use the GPU, and very branchy/dependent code would suit a CPU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Conclude with justification: the GPU is the better choice here because it processes far more data points at once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Produce a comparison table for CISC vs RISC (instruction set, instruction length, cycles per instruction, where the complexity lies, power, typical use), then write one or two sentences on when a GPU beats a multicore CPU and why.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program sorts a list and then searches it, and the search cannot begin until the sort finishes. Explain, using the terms data dependency and serial fraction, why running this on a multicore CPU gives only limited speed-up.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reason RISC is preferred in mobile phones.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is a GPU faster than a CPU for rendering 3D graphics?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 some tasks gain little from extra cores?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reason RISC is preferred in mobile phones.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uses lower power (simple fixed-length instructions), extending battery life; it is also easier to pipeline.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is a GPU faster than a CPU for rendering 3D graphics?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has thousands of small cores that process many pixels/vertices in parallel rather than sequentially.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Why do some tasks gain little from extra cores?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Data dependency or an inherently sequential algorithm forces steps to run one after another, and coordination adds overhead (the serial fraction limits speed-up).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