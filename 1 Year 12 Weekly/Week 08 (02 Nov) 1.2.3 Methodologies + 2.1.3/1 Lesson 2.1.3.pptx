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2.1.3 Thinking Procedurally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08 (02 Nov)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the components of a problem and decompose it into smaller sub-problems.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the components of a solution as named sub-procedures, each doing one clear job.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Determine and justify the order of steps needed to solve a problem using data dependencies.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benefits of a modular, procedural solution for building, testing and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Define abstraction.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representational abstraction and generalisation?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two things a developer should determine before coding, as part of thinking ahead.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is caching and what is its main risk?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What does a linker do after compilation?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Define abstraction.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Removing or hiding unnecessary detail so only information relevant to the problem remains (2.1.1).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representational abstraction and generalisation?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Representational abstraction removes detail from one specific thing; generalisation groups many things by shared characteristics (2.1.1).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two things a developer should determine before coding, as part of thinking ahead.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inputs and outputs of the solution, plus any preconditions that must hold before a routine runs (2.1.2).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is caching and what is its main risk?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Storing frequently used or expensive results in faster storage for reuse; the cached copy can become stale when the source changes (2.1.2).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What does a linker do after compilation?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combines the compiled object code with library routines and other modules, resolving references into one executable (1.2.2).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Thinking procedurally</a:t>
            </a:r>
            <a:r>
              <a:rPr sz="1800">
                <a:solidFill>
                  <a:srgbClr val="222222"/>
                </a:solidFill>
                <a:latin typeface="Calibri"/>
              </a:rPr>
              <a:t> — Breaking a problem into an ordered sequence of steps and sub-procedures, then arranging them correctly.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Decomposition</a:t>
            </a:r>
            <a:r>
              <a:rPr sz="1800">
                <a:solidFill>
                  <a:srgbClr val="222222"/>
                </a:solidFill>
                <a:latin typeface="Calibri"/>
              </a:rPr>
              <a:t> — Splitting a large problem into smaller, more manageable sub-problems.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Component</a:t>
            </a:r>
            <a:r>
              <a:rPr sz="1800">
                <a:solidFill>
                  <a:srgbClr val="222222"/>
                </a:solidFill>
                <a:latin typeface="Calibri"/>
              </a:rPr>
              <a:t> — One identifiable part of a problem or solution, such as input, processing or output.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Sub-procedure</a:t>
            </a:r>
            <a:r>
              <a:rPr sz="1800">
                <a:solidFill>
                  <a:srgbClr val="222222"/>
                </a:solidFill>
                <a:latin typeface="Calibri"/>
              </a:rPr>
              <a:t> — A named block of code, also called a subroutine, that performs one part of the task.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Sequence</a:t>
            </a:r>
            <a:r>
              <a:rPr sz="1800">
                <a:solidFill>
                  <a:srgbClr val="222222"/>
                </a:solidFill>
                <a:latin typeface="Calibri"/>
              </a:rPr>
              <a:t> — The order in which steps or procedures are carried out.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Dependency</a:t>
            </a:r>
            <a:r>
              <a:rPr sz="1800">
                <a:solidFill>
                  <a:srgbClr val="222222"/>
                </a:solidFill>
                <a:latin typeface="Calibri"/>
              </a:rPr>
              <a:t> — When one step needs the output of an earlier step, forcing their relative order.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Modularity</a:t>
            </a:r>
            <a:r>
              <a:rPr sz="1800">
                <a:solidFill>
                  <a:srgbClr val="222222"/>
                </a:solidFill>
                <a:latin typeface="Calibri"/>
              </a:rPr>
              <a:t> — Building a solution from separate, self-contained parts that can be developed and tested independently.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Parameter</a:t>
            </a:r>
            <a:r>
              <a:rPr sz="1800">
                <a:solidFill>
                  <a:srgbClr val="222222"/>
                </a:solidFill>
                <a:latin typeface="Calibri"/>
              </a:rPr>
              <a:t> — A value passed into a sub-procedure to make it general and reusable.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Interface</a:t>
            </a:r>
            <a:r>
              <a:rPr sz="1800">
                <a:solidFill>
                  <a:srgbClr val="222222"/>
                </a:solidFill>
                <a:latin typeface="Calibri"/>
              </a:rPr>
              <a:t> — The agreed inputs and outputs through which one module communicates with another.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What thinking procedurally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Thinking procedurally breaks a problem into an ordered sequence of steps and sub-procedures.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answers two questions: what are the parts, and in what order must they run?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is the skill behind every algorithm and every structured program.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Contrast with abstraction: abstraction removes detail; procedural thinking breaks the problem into ordered sub-steps.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Identifying the components of 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Read the problem statement and list its distinct concerns: inputs, processes, outputs, stored data.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concern that can be described separately is a candidate component.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school report system splits into collecting marks, calculating grades, formatting reports, distributing them.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Components should have minimal overlap: one job should live in exactly one component.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Decomposition splits a large problem into smaller, more manageable sub-problems.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sub-problem is simpler to specify, solve and test than the whole.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Decompose repeatedly until each sub-problem is small enough to solve directly.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full solution is the sub-solutions combined in the right order.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Keep decomposition distinct from abstraction in written answers: split into parts, not remove detail.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Identifying the components of 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sub-problem maps to a sub-procedure: a named block of code doing one clear job.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Good names describe the job, for example checkSeatAvailability or takePayment.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State what each sub-procedure takes in and gives out: its interface.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main program then reads as a sequence of calls to these sub-procedures.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Determining the order of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Some steps consume the output of earlier steps, so their order is fixed.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dependency exists when step B needs data produced by step 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Steps with no dependency between them are order-independent and could even run concurrently.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Justify any stated order by naming the dependency, not by habit or preference.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Exam answers earn AO2 marks by naming which output each later step depends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ordering: an online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Take basket contents, check stock, take payment, decrement stock, generate confirmation, email receipt.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Payment must follow the stock check: charging for unavailable goods is a concrete failure.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Stock is only decremented after payment succeeds, so a failed payment leaves stock untouched.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Confirmation and receipt both depend on payment but are plausibly swappable with each other.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Identifying sub-procedures for a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Walk the scenario chronologically and name a sub-procedure for each distinct job.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cinema booking needs selectShowing, checkSeatAvailability, chooseSeats, takePayment, confirmBooking.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depends on the previous one's output: you cannot choose seats before knowing which are free.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Reused jobs such as takePayment should be one sub-procedure called from several places.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Parameters make sub-procedures reusable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parameter is a value passed in so one sub-procedure serves many cases.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brew(strength, milk) makes every tea order use the same procedure with different arguments.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Without parameters you would duplicate near-identical code for each case.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links procedural thinking to reusable components from thinking ahead.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procedure brew(strength, milk)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wait(strength * 30)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if milk == true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addMilk()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endprocedure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brew(2, true)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Benefits of a modular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Modules can be shared between a team and developed in parallel.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module is tested in isolation, so errors are found and located faster.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Maintenance changes are confined to one module instead of rippling through the program.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Well-defined modules can be reused in other programs, saving development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From decomposition to program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decomposition becomes the program design: one sub-procedure per sub-problem.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main program calls them in dependency 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Modules that must exchange data need an agreed interface before both are built.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Dependency, not preference, dictates the build and call order.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procedure makeTea()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fetchItems()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boilWater()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brew(2, true)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addExtras()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endprocedure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Decomposing an online cinema booking system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State the whole problem: let a customer book and pay for cinema seats online.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Identify component 1: selectFilmAndShowtime, choosing film, date and time.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Identify component 2: checkSeatAvailability, which depends on step 1's output, the chosen showing.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Identify component 3: chooseSeats, which depends on step 2, since only free seats may be offered.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Identify component 4: takePayment, which depends on step 3 to know the number of seats and price.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Identify component 5: confirmBookingAndUpdateSeatMap, which depends on step 4: only confirm once paid.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Conclude: the data dependencies fix the order, and takePayment is reusable elsewhere on the site.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Justifying the order of steps in a login process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List the steps: display login form, user enters details, look up username, compare password hash, create session, show dashboard.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Look up username must follow entry of details: it consumes the typed username.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Compare password hash must follow the lookup: it needs the stored hash that the lookup retrieves.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Create session must follow a successful comparison: an unverified user must not get a session.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Show dashboard must follow session creation: the page is only for authenticated users.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Conclude: every adjacent pair is a must-follow dependency, so this sequence cannot be reordered.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Turning a decomposition into parameterised procedures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Decompose making tea into fetchItems, boilWater, brew and addExtras.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Note the dependencies: brew needs both the fetched mug and the boiled water; addExtras needs a brewed cup.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Note the independence: fetchItems and boilWater share no data, so their relative order is free.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Generalise brew with parameters strength and milk so one procedure serves every order.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Write the main program as ordered calls: fetchItems, boilWater, brew(2, true), addExtras.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Check each call against its dependencies: everything each procedure consumes is produced by an earlier call.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Tea-Bot 3000  (25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Brief the class: write instructions so a robot that has never seen tea makes a cup; it executes literally, in order, and halts with an error on anything ambiguous or impossible.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write their instruction list in six minutes.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Run submissions at the front with malicious literalness: put the teabag in the mug before any mug is fetched fails; boil an empty kettle boils dry; add milk empties the whole carton.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After two or three crashes, name the fixes the class is discovering: decompose into sub-procedures such as fetchItems, boilWater, brew and addExtras, each with precise ordered steps and noted dependencies.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revise into named sub-procedures with an explicit calling order; run the best attempt to a successful cup.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Add parameters: rewrite brew to take strength and milk so one sub-procedure serves every order, a reusable generalised component.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Human sequencer: order matters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Give each group shuffled step cards for two interleaved processes: a login flow and an online order flow.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Groups first separate the two processes, then physically line up holding the cards in a defensible order.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Teacher swaps two students, for example take payment before check stock; the group must state the concrete failure caused, or accept the swap if genuinely order-independent.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Groups label each adjacent pair as must-follow, citing the data dependency, or could-swap.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Ask where a precondition belongs in each line, such as stock at least the quantity ordered, and have that student stand side-on as a gate before the step they guard.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Decomposition jigsaw: build the game  (25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Give the brief for a top-down maze game: player moves, collects keys, avoids a patrolling guard, opens the exit.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Each home-group member takes one expert card: player input and movement, guard patrol logic, key and door interactions, score and display.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Expert groups decompose their subsystem into four to six ordered steps, noting the data they need from and provide to other subsystems.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Experts return and teach their decomposition; the group assembles a master diagram of all four subsystems and the data flows between them.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Groups answer the integration question: which subsystems could be built and tested independently, and which pairs must agree an interface first?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Mark which subsystem steps could run concurrently each frame and which cannot: guard patrol and player input are independent, but both must finish before collision checks.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Define decomposition. (1)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two components of the problem of calculating and printing a class's exam grades.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vending machine program must be written. Identify four sub-procedures the solution could use. (4)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the steps take payment and check stock in an online shop must run in a particular order. (2)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Define decomposition. (1)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Breaking a problem down into smaller sub-problems, each of which is easier to solve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two components of the problem of calculating and printing a class's exam grades.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Any two of: inputting or reading the marks (1); calculating each grade from the mark (1); outputting or printing the results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vending machine program must be written. Identify four sub-procedures the solution could use. (4)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One mark each for four sensible named jobs, for example: readSelection (1); acceptAndCheckPayment (1); dispenseItem (1); giveChange or updateStockLevel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the steps take payment and check stock in an online shop must run in a particular order.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Check stock must come first because payment depends on knowing the item is available (1); charging a customer for unavailable goods would then require a refund, a concrete failure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the difference between decomposition and abstraction.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two benefits to a development team of splitting a program into sub-procedures. (4)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Explain how a parameter makes a sub-procedure reusable.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program will manage a school library kiosk offering borrow, return and reserve. Identify the sub-procedures needed and state, with a reason, which must run before any of the others. (4)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the difference between decomposition and abstraction.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Decomposition breaks a problem into smaller sub-problems to be solved separately (1); abstraction removes or hides unnecessary detail so only what is relevant remains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two benefits to a development team of splitting a program into sub-procedures. (4)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Sub-procedures can be shared out so developers work in parallel, cutting development time (2); each can be tested or maintained in isolation so errors are located quickly and fixes do not ripple through the program (2).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Explain how a parameter makes a sub-procedure reusable.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parameter passes a value in when the sub-procedure is called (1), so the same code handles many different cases instead of duplicating near-identical routines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program will manage a school library kiosk offering borrow, return and reserve. Identify the sub-procedures needed and state, with a reason, which must run before any of the others. (4)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Sub-procedures: authenticate the member, borrow, return, reserve, update the loans database (2, any four sensible); authenticate must run first (1) because every other action depends on knowing which valid member is acting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decomposition and abstraction are the same skill, but decomposition splits a problem into parts while abstraction removes detail.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any order of steps will do, but steps that consume earlier outputs have a fixed, justifiable position.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define decomposition when asked to apply it, but scenario questions want the scenario's actual named sub-procedures in 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more sub-procedures always means better design, but each should be one clear job; fragmenting a single job adds complexity.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sub-procedures are only about neatness, but the marked benefits are parallel teamwork, isolated testing, easier maintenance and reuse.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identify and state for naming components, 1 to 4 marks; explain and justify for ordering and benefits, 2 to 4 marks.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Application beats definition: questions give an unseen scenario and expect its actual sub-procedures, not textbook definitions.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Ordering marks come from naming the dependency: state which earlier output each step needs.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A company is developing a self-service checkout. Identify the sub-procedures the program will need and justify the order in which two of them must execute. (6)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Decompose a school attendance app into five to seven named sub-procedures; draw them as a diagram with arrows showing data dependencies, and mark each adjacent pair must-follow or could-swap.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For your attendance app, write OCR-style pseudocode headers for each sub-procedure with parameters, then identify one sub-procedure reusable in a different school system and one pair of sub-procedures that could run concurrently, justifying both.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thinking procedurally?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fixes the order of two steps in a solution?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two benefits of solving a problem with sub-procedures.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thinking procedurally?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Breaking a problem into an ordered sequence of steps and sub-procedures, then arranging them in the correct order.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fixes the order of two steps in a solution?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data dependency: the later step needs the output of the earlier one.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two benefits of solving a problem with sub-procedures.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Any two of: team members build modules in parallel; modules are tested in isolation; maintenance is localised; modules can be reused.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