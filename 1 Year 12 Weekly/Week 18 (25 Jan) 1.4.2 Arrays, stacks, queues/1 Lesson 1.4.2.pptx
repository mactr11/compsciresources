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1.4.2 Data Structures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Editable lesson deck —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and distinguish static and dynamic data structures, including arrays, records, lists, tuples and linked lists.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Trace operations on stacks and queues, and explain their LIFO/FIFO behaviour and real-world uses.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how graphs, trees, binary search trees and hash tables store and retrieve data, including traversal order and collisions.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data structure operates on a Last In, First Out basis?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BST traversal visits nodes in ascending order?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a collision in a hash table?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(1.4.1): What is the denary value of the unsigned binary 00101101?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(1.4.3): Give the Boolean expression for the Sum output of a half adder.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data structure operates on a Last In, First Out basis?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stack (push and pop at the top).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BST traversal visits nodes in ascending order?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In-order traversal (left, root, right).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a collision in a hash table?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When two different keys hash to the same index.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(1.4.1): What is the denary value of the unsigned binary 00101101?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45 (32+8+4+1).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(1.4.3): Give the Boolean expression for the Sum output of a half adder.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Sum = A XOR 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Array</a:t>
            </a:r>
            <a:r>
              <a:rPr sz="1800">
                <a:solidFill>
                  <a:srgbClr val="222222"/>
                </a:solidFill>
                <a:latin typeface="Calibri"/>
              </a:rPr>
              <a:t> — An ordered, fixed-size collection of items of the same type accessed by a numeric index, giving O(1) access; static.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Record</a:t>
            </a:r>
            <a:r>
              <a:rPr sz="1800">
                <a:solidFill>
                  <a:srgbClr val="222222"/>
                </a:solidFill>
                <a:latin typeface="Calibri"/>
              </a:rPr>
              <a:t> — A collection of named fields that may hold different data types, e.g. student.name.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Tuple</a:t>
            </a:r>
            <a:r>
              <a:rPr sz="1800">
                <a:solidFill>
                  <a:srgbClr val="222222"/>
                </a:solidFill>
                <a:latin typeface="Calibri"/>
              </a:rPr>
              <a:t> — An ordered, immutable sequence whose values cannot be changed after creation, e.g. (x, y).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Linked list</a:t>
            </a:r>
            <a:r>
              <a:rPr sz="1800">
                <a:solidFill>
                  <a:srgbClr val="222222"/>
                </a:solidFill>
                <a:latin typeface="Calibri"/>
              </a:rPr>
              <a:t> — A dynamic structure of nodes, each holding data plus a pointer to the next node; easy to insert/delete but with no random access.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Stack</a:t>
            </a:r>
            <a:r>
              <a:rPr sz="1800">
                <a:solidFill>
                  <a:srgbClr val="222222"/>
                </a:solidFill>
                <a:latin typeface="Calibri"/>
              </a:rPr>
              <a:t> — A LIFO structure with push, pop and peek at the top via a stack pointer; can overflow or underflow.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Queue</a:t>
            </a:r>
            <a:r>
              <a:rPr sz="1800">
                <a:solidFill>
                  <a:srgbClr val="222222"/>
                </a:solidFill>
                <a:latin typeface="Calibri"/>
              </a:rPr>
              <a:t> — A FIFO structure where items are enqueued at the rear and dequeued at the front; circular queues reuse space with rear = (rear + 1) MOD size.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Binary search tree</a:t>
            </a:r>
            <a:r>
              <a:rPr sz="1800">
                <a:solidFill>
                  <a:srgbClr val="222222"/>
                </a:solidFill>
                <a:latin typeface="Calibri"/>
              </a:rPr>
              <a:t> — A binary tree where the left subtree is less than the node and the right subtree is greater, giving O(log n) search when balanced.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Hash table</a:t>
            </a:r>
            <a:r>
              <a:rPr sz="1800">
                <a:solidFill>
                  <a:srgbClr val="222222"/>
                </a:solidFill>
                <a:latin typeface="Calibri"/>
              </a:rPr>
              <a:t> — A structure that maps a key to an index using a hash function for ~O(1) lookup; a collision is two keys mapping to the same index.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Static vs dynamic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Static structures have a fixed size set at declaration and occupy a contiguous block of memory, e.g. an array.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Dynamic structures grow and shrink at run time, allocated from the heap as needed, e.g. a linked list.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Trade-off: static gives fast, simple access but may waste or run out of memory; dynamic is flexible but adds pointer/management overhead.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Linear structures: arrays, records, lists, tuples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Arrays are indexed from 0 and can be 1D, 2D (grid[r][c]) or 3D (cube[l][r][c]), all holding one type.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Records group named fields of differing types; lists are mutable, resizable and may hold mixed types.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Tuples are ordered but immutable, so they suit fixed groupings such as coordinates.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Stacks and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stack is LIFO: push and pop happen at the top, used for call stacks, undo and backtracking.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queue is FIFO: enqueue at the rear, dequeue at the front, used for spooling, buffers and scheduling.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circular queue reuses freed space with rear = (rear + 1) MOD size; a priority queue serves the highest priority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Linked lists, graphs and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linked list uses a head pointer and nodes ending in null; it must be traversed in order with no random access.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Graphs hold vertices and edges (directed/undirected/weighted), stored as an adjacency matrix (dense) or list (sparse).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Trees are connected and acyclic with a root, parents, children and leaves; a binary tree has at most two children per node.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BSTs, traversals and hash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 a BST, insert by going left if smaller and right if larger; in-order traversal returns the values in ascending order.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Pre-order (root, L, R) is used for copying/prefix; post-order (L, R, root) is used for deletion/postfix.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hash table indexes keys via a hash function (e.g. key MOD size); collisions are resolved by linear probing or chaining, and a higher load factor slows it down.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Tracing a stack and a queue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Stack (top listed first), starting empty: push(5) -&gt; [5]; push(9) -&gt; [9, 5]; push(2) -&gt; [2, 9, 5].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pop() returns 2 -&gt; [9, 5]; push(7) -&gt; [7, 9, 5]; pop() returns 7 -&gt; [9, 5].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Stack result: values popped were 2 then 7; final stack top to bottom is 9, 5.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Queue (front listed first), starting empty: enqueue(A) -&gt; [A]; enqueue(B) -&gt; [A, B]; dequeue() returns A -&gt; [B].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enqueue(C) -&gt; [B, C]; enqueue(D) -&gt; [B, C, D]; dequeue() returns B -&gt; [C, D].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Queue result: values dequeued were A then B; final queue front to rear is C, 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Key point: the stack reverses order (LIFO) while the queue preserves arrival order (FIFO).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Insert 50, 30, 70, 20, 40, 60 in that order into an empty binary search tree and draw the result, then write the in-order traversal and confirm it is in ascending order.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Compare an array and a linked list for implementing a list that grows unpredictably: explain the access-time, memory and insertion/deletion trade-offs, and state which you would choose and why.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State the ends used for enqueue and dequeue in a queue.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difference between a static and a dynamic data structure.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is a stack the right structure for a browser Back button?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State the ends used for enqueue and dequeue in a queue.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Enqueue at the rear, dequeue at the front.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difference between a static and a dynamic data structure.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static structure has a fixed size set at declaration, while a dynamic structure grows and shrinks at run time (allocated from the heap).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is a stack the right structure for a browser Back button?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is LIFO, so the most recently visited page is popped first, returning pages in the correct reverse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